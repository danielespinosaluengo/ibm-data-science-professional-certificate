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2" r:id="rId4"/>
  </p:sldMasterIdLst>
  <p:notesMasterIdLst>
    <p:notesMasterId r:id="rId52"/>
  </p:notesMasterIdLst>
  <p:handoutMasterIdLst>
    <p:handoutMasterId r:id="rId53"/>
  </p:handoutMasterIdLst>
  <p:sldIdLst>
    <p:sldId id="327" r:id="rId5"/>
    <p:sldId id="330" r:id="rId6"/>
    <p:sldId id="331" r:id="rId7"/>
    <p:sldId id="332" r:id="rId8"/>
    <p:sldId id="298" r:id="rId9"/>
    <p:sldId id="262" r:id="rId10"/>
    <p:sldId id="263" r:id="rId11"/>
    <p:sldId id="299" r:id="rId12"/>
    <p:sldId id="302" r:id="rId13"/>
    <p:sldId id="264" r:id="rId14"/>
    <p:sldId id="266" r:id="rId15"/>
    <p:sldId id="265" r:id="rId16"/>
    <p:sldId id="276" r:id="rId17"/>
    <p:sldId id="303" r:id="rId18"/>
    <p:sldId id="293" r:id="rId19"/>
    <p:sldId id="277" r:id="rId20"/>
    <p:sldId id="284" r:id="rId21"/>
    <p:sldId id="269" r:id="rId22"/>
    <p:sldId id="304" r:id="rId23"/>
    <p:sldId id="305" r:id="rId24"/>
    <p:sldId id="307" r:id="rId25"/>
    <p:sldId id="306" r:id="rId26"/>
    <p:sldId id="308" r:id="rId27"/>
    <p:sldId id="270" r:id="rId28"/>
    <p:sldId id="309" r:id="rId29"/>
    <p:sldId id="310" r:id="rId30"/>
    <p:sldId id="311" r:id="rId31"/>
    <p:sldId id="312" r:id="rId32"/>
    <p:sldId id="314" r:id="rId33"/>
    <p:sldId id="313" r:id="rId34"/>
    <p:sldId id="315" r:id="rId35"/>
    <p:sldId id="316" r:id="rId36"/>
    <p:sldId id="317" r:id="rId37"/>
    <p:sldId id="294" r:id="rId38"/>
    <p:sldId id="296" r:id="rId39"/>
    <p:sldId id="318" r:id="rId40"/>
    <p:sldId id="319" r:id="rId41"/>
    <p:sldId id="321" r:id="rId42"/>
    <p:sldId id="322" r:id="rId43"/>
    <p:sldId id="323" r:id="rId44"/>
    <p:sldId id="324" r:id="rId45"/>
    <p:sldId id="288" r:id="rId46"/>
    <p:sldId id="289" r:id="rId47"/>
    <p:sldId id="320" r:id="rId48"/>
    <p:sldId id="274" r:id="rId49"/>
    <p:sldId id="275" r:id="rId50"/>
    <p:sldId id="329" r:id="rId51"/>
  </p:sldIdLst>
  <p:sldSz cx="12192000" cy="6858000"/>
  <p:notesSz cx="6858000" cy="18573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Leon Katsnelson" initials="LK" lastIdx="21" clrIdx="4">
    <p:extLst>
      <p:ext uri="{19B8F6BF-5375-455C-9EA6-DF929625EA0E}">
        <p15:presenceInfo xmlns:p15="http://schemas.microsoft.com/office/powerpoint/2012/main" userId="S::leon@ca.ibm.com::68697268-d1ba-4c91-8538-7f4d439d4f70" providerId="AD"/>
      </p:ext>
    </p:extLst>
  </p:cmAuthor>
  <p:cmAuthor id="6" name="YAN LUO" initials="YL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48CB"/>
    <a:srgbClr val="0B49CB"/>
    <a:srgbClr val="F2F4F8"/>
    <a:srgbClr val="1C7DDB"/>
    <a:srgbClr val="121619"/>
    <a:srgbClr val="F2F2F2"/>
    <a:srgbClr val="145579"/>
    <a:srgbClr val="3A6483"/>
    <a:srgbClr val="204E79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8C9EB8-3540-3DFA-9212-535EE18E0E11}" v="77" dt="2021-07-12T20:33:42.116"/>
    <p1510:client id="{10340FDF-B15C-4CFF-B487-146F9B98A252}" v="28" dt="2021-08-10T21:47:37.589"/>
    <p1510:client id="{3BA0D230-C853-4667-83F9-D85E65BD4B24}" v="2" dt="2021-08-19T16:32:24.566"/>
    <p1510:client id="{5A0AAAB8-49A6-F942-A54D-C6F3E5FF3A63}" v="89" dt="2021-07-13T17:54:45.232"/>
    <p1510:client id="{76DF6DB8-F2E5-6C48-9ABE-786D868B0110}" v="955" dt="2021-07-13T17:56:41.616"/>
    <p1510:client id="{7FB42E05-DEC9-4126-B474-47B35F363E13}" v="30" dt="2021-07-12T20:25:12.855"/>
    <p1510:client id="{82D0390A-222A-332D-F9F9-70D15093EB60}" v="22" dt="2021-07-13T17:51:30.429"/>
    <p1510:client id="{86B35720-4193-446F-B2D5-9AD9984A55EF}" v="513" dt="2021-08-19T14:59:06.521"/>
    <p1510:client id="{998F4E3E-1A76-4A6B-98B6-08752F3768B3}" v="4" dt="2021-08-10T21:41:11.021"/>
    <p1510:client id="{9F30A1D2-6717-426C-A658-3A50309723ED}" v="4" dt="2021-08-10T21:42:35.526"/>
    <p1510:client id="{B63C8988-E1D3-4A52-8229-FA8C5EBD2ECD}" v="357" dt="2021-08-19T14:01:44.876"/>
    <p1510:client id="{C083896D-BE66-E85C-897C-A6AD0DF65F8C}" v="2226" dt="2021-07-13T17:34:38.142"/>
    <p1510:client id="{CC69BAD0-B878-4D5F-9EDC-F1CFB63E14B5}" v="190" dt="2021-08-18T18:06:57.811"/>
  </p1510:revLst>
</p1510:revInfo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01"/>
    <p:restoredTop sz="85174"/>
  </p:normalViewPr>
  <p:slideViewPr>
    <p:cSldViewPr snapToGrid="0" snapToObjects="1">
      <p:cViewPr varScale="1">
        <p:scale>
          <a:sx n="117" d="100"/>
          <a:sy n="117" d="100"/>
        </p:scale>
        <p:origin x="184" y="4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notesMaster" Target="notesMasters/notesMaster1.xml"/><Relationship Id="rId53" Type="http://schemas.openxmlformats.org/officeDocument/2006/relationships/handoutMaster" Target="handoutMasters/handoutMaster1.xml"/><Relationship Id="rId54" Type="http://schemas.openxmlformats.org/officeDocument/2006/relationships/commentAuthors" Target="commentAuthors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Relationship Id="rId59" Type="http://schemas.microsoft.com/office/2016/11/relationships/changesInfo" Target="changesInfos/changesInfo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aasgaraly@ibm.com" clId="Web-{CC69BAD0-B878-4D5F-9EDC-F1CFB63E14B5}"/>
    <pc:docChg chg="modSld">
      <pc:chgData name="annaasgaraly@ibm.com" userId="" providerId="" clId="Web-{CC69BAD0-B878-4D5F-9EDC-F1CFB63E14B5}" dt="2021-08-18T18:06:57.811" v="102"/>
      <pc:docMkLst>
        <pc:docMk/>
      </pc:docMkLst>
      <pc:sldChg chg="modSp mod setBg">
        <pc:chgData name="annaasgaraly@ibm.com" userId="" providerId="" clId="Web-{CC69BAD0-B878-4D5F-9EDC-F1CFB63E14B5}" dt="2021-08-18T18:06:06.057" v="76"/>
        <pc:sldMkLst>
          <pc:docMk/>
          <pc:sldMk cId="1553432724" sldId="262"/>
        </pc:sldMkLst>
        <pc:spChg chg="mod">
          <ac:chgData name="annaasgaraly@ibm.com" userId="" providerId="" clId="Web-{CC69BAD0-B878-4D5F-9EDC-F1CFB63E14B5}" dt="2021-08-18T18:01:46.694" v="21" actId="20577"/>
          <ac:spMkLst>
            <pc:docMk/>
            <pc:sldMk cId="1553432724" sldId="262"/>
            <ac:spMk id="7" creationId="{0BFEC426-B615-E549-83E5-140FD588BC64}"/>
          </ac:spMkLst>
        </pc:spChg>
        <pc:spChg chg="mod">
          <ac:chgData name="annaasgaraly@ibm.com" userId="" providerId="" clId="Web-{CC69BAD0-B878-4D5F-9EDC-F1CFB63E14B5}" dt="2021-08-18T18:01:43.726" v="19" actId="20577"/>
          <ac:spMkLst>
            <pc:docMk/>
            <pc:sldMk cId="1553432724" sldId="262"/>
            <ac:spMk id="13" creationId="{13C62649-0825-4926-8E2A-2EBCCFE00ECC}"/>
          </ac:spMkLst>
        </pc:spChg>
      </pc:sldChg>
      <pc:sldChg chg="modSp mod setBg">
        <pc:chgData name="annaasgaraly@ibm.com" userId="" providerId="" clId="Web-{CC69BAD0-B878-4D5F-9EDC-F1CFB63E14B5}" dt="2021-08-18T18:06:03.604" v="66"/>
        <pc:sldMkLst>
          <pc:docMk/>
          <pc:sldMk cId="3288665831" sldId="263"/>
        </pc:sldMkLst>
        <pc:spChg chg="mod">
          <ac:chgData name="annaasgaraly@ibm.com" userId="" providerId="" clId="Web-{CC69BAD0-B878-4D5F-9EDC-F1CFB63E14B5}" dt="2021-08-18T18:01:49.617" v="22" actId="20577"/>
          <ac:spMkLst>
            <pc:docMk/>
            <pc:sldMk cId="3288665831" sldId="263"/>
            <ac:spMk id="12" creationId="{D77AC1D2-8B41-4A7A-88CF-41E6B7D8C98D}"/>
          </ac:spMkLst>
        </pc:spChg>
      </pc:sldChg>
      <pc:sldChg chg="modSp mod setBg">
        <pc:chgData name="annaasgaraly@ibm.com" userId="" providerId="" clId="Web-{CC69BAD0-B878-4D5F-9EDC-F1CFB63E14B5}" dt="2021-08-18T18:06:04.338" v="69"/>
        <pc:sldMkLst>
          <pc:docMk/>
          <pc:sldMk cId="2987552906" sldId="264"/>
        </pc:sldMkLst>
        <pc:spChg chg="mod">
          <ac:chgData name="annaasgaraly@ibm.com" userId="" providerId="" clId="Web-{CC69BAD0-B878-4D5F-9EDC-F1CFB63E14B5}" dt="2021-08-18T18:02:01.914" v="25" actId="20577"/>
          <ac:spMkLst>
            <pc:docMk/>
            <pc:sldMk cId="2987552906" sldId="264"/>
            <ac:spMk id="8" creationId="{2A665A13-3129-46DF-B847-F273F3E96BE6}"/>
          </ac:spMkLst>
        </pc:spChg>
      </pc:sldChg>
      <pc:sldChg chg="modSp mod setBg">
        <pc:chgData name="annaasgaraly@ibm.com" userId="" providerId="" clId="Web-{CC69BAD0-B878-4D5F-9EDC-F1CFB63E14B5}" dt="2021-08-18T18:06:04.807" v="71"/>
        <pc:sldMkLst>
          <pc:docMk/>
          <pc:sldMk cId="1578726356" sldId="265"/>
        </pc:sldMkLst>
        <pc:spChg chg="mod">
          <ac:chgData name="annaasgaraly@ibm.com" userId="" providerId="" clId="Web-{CC69BAD0-B878-4D5F-9EDC-F1CFB63E14B5}" dt="2021-08-18T18:02:09.180" v="27" actId="20577"/>
          <ac:spMkLst>
            <pc:docMk/>
            <pc:sldMk cId="1578726356" sldId="265"/>
            <ac:spMk id="3" creationId="{32405FDA-CB27-4506-BA80-B7DD00CB25C5}"/>
          </ac:spMkLst>
        </pc:spChg>
      </pc:sldChg>
      <pc:sldChg chg="modSp mod setBg">
        <pc:chgData name="annaasgaraly@ibm.com" userId="" providerId="" clId="Web-{CC69BAD0-B878-4D5F-9EDC-F1CFB63E14B5}" dt="2021-08-18T18:06:04.573" v="70"/>
        <pc:sldMkLst>
          <pc:docMk/>
          <pc:sldMk cId="779971636" sldId="266"/>
        </pc:sldMkLst>
        <pc:spChg chg="mod">
          <ac:chgData name="annaasgaraly@ibm.com" userId="" providerId="" clId="Web-{CC69BAD0-B878-4D5F-9EDC-F1CFB63E14B5}" dt="2021-08-18T18:02:05.805" v="26" actId="20577"/>
          <ac:spMkLst>
            <pc:docMk/>
            <pc:sldMk cId="779971636" sldId="266"/>
            <ac:spMk id="3" creationId="{D9E97D81-A978-4758-8A93-47C19B104075}"/>
          </ac:spMkLst>
        </pc:spChg>
      </pc:sldChg>
      <pc:sldChg chg="modSp mod setBg">
        <pc:chgData name="annaasgaraly@ibm.com" userId="" providerId="" clId="Web-{CC69BAD0-B878-4D5F-9EDC-F1CFB63E14B5}" dt="2021-08-18T18:06:17.246" v="82"/>
        <pc:sldMkLst>
          <pc:docMk/>
          <pc:sldMk cId="3865605948" sldId="269"/>
        </pc:sldMkLst>
        <pc:spChg chg="mod">
          <ac:chgData name="annaasgaraly@ibm.com" userId="" providerId="" clId="Web-{CC69BAD0-B878-4D5F-9EDC-F1CFB63E14B5}" dt="2021-08-18T18:02:27.041" v="32" actId="20577"/>
          <ac:spMkLst>
            <pc:docMk/>
            <pc:sldMk cId="3865605948" sldId="269"/>
            <ac:spMk id="4" creationId="{54F4FCC5-6E7E-4FF0-BE45-680EEC392C9F}"/>
          </ac:spMkLst>
        </pc:spChg>
      </pc:sldChg>
      <pc:sldChg chg="modSp mod setBg">
        <pc:chgData name="annaasgaraly@ibm.com" userId="" providerId="" clId="Web-{CC69BAD0-B878-4D5F-9EDC-F1CFB63E14B5}" dt="2021-08-18T18:06:32.169" v="92"/>
        <pc:sldMkLst>
          <pc:docMk/>
          <pc:sldMk cId="2727850971" sldId="270"/>
        </pc:sldMkLst>
        <pc:spChg chg="mod">
          <ac:chgData name="annaasgaraly@ibm.com" userId="" providerId="" clId="Web-{CC69BAD0-B878-4D5F-9EDC-F1CFB63E14B5}" dt="2021-08-18T18:02:51.855" v="38" actId="20577"/>
          <ac:spMkLst>
            <pc:docMk/>
            <pc:sldMk cId="2727850971" sldId="270"/>
            <ac:spMk id="3" creationId="{86E60219-AE1B-47B6-9A1D-F2865D04BE52}"/>
          </ac:spMkLst>
        </pc:spChg>
      </pc:sldChg>
      <pc:sldChg chg="modSp mod setBg">
        <pc:chgData name="annaasgaraly@ibm.com" userId="" providerId="" clId="Web-{CC69BAD0-B878-4D5F-9EDC-F1CFB63E14B5}" dt="2021-08-18T18:06:57.358" v="100"/>
        <pc:sldMkLst>
          <pc:docMk/>
          <pc:sldMk cId="1630123617" sldId="274"/>
        </pc:sldMkLst>
        <pc:spChg chg="mod">
          <ac:chgData name="annaasgaraly@ibm.com" userId="" providerId="" clId="Web-{CC69BAD0-B878-4D5F-9EDC-F1CFB63E14B5}" dt="2021-08-18T18:04:11.221" v="58" actId="20577"/>
          <ac:spMkLst>
            <pc:docMk/>
            <pc:sldMk cId="1630123617" sldId="274"/>
            <ac:spMk id="9" creationId="{FB98079A-48C6-4E10-8AB1-B940BD1E42DF}"/>
          </ac:spMkLst>
        </pc:spChg>
      </pc:sldChg>
      <pc:sldChg chg="modSp mod setBg">
        <pc:chgData name="annaasgaraly@ibm.com" userId="" providerId="" clId="Web-{CC69BAD0-B878-4D5F-9EDC-F1CFB63E14B5}" dt="2021-08-18T18:06:57.592" v="101"/>
        <pc:sldMkLst>
          <pc:docMk/>
          <pc:sldMk cId="3410008520" sldId="275"/>
        </pc:sldMkLst>
        <pc:spChg chg="mod">
          <ac:chgData name="annaasgaraly@ibm.com" userId="" providerId="" clId="Web-{CC69BAD0-B878-4D5F-9EDC-F1CFB63E14B5}" dt="2021-08-18T18:04:14.549" v="59" actId="20577"/>
          <ac:spMkLst>
            <pc:docMk/>
            <pc:sldMk cId="3410008520" sldId="275"/>
            <ac:spMk id="11" creationId="{60F8A56C-5EE1-4DBF-842D-C2A130AA680E}"/>
          </ac:spMkLst>
        </pc:spChg>
      </pc:sldChg>
      <pc:sldChg chg="modSp mod setBg">
        <pc:chgData name="annaasgaraly@ibm.com" userId="" providerId="" clId="Web-{CC69BAD0-B878-4D5F-9EDC-F1CFB63E14B5}" dt="2021-08-18T18:06:05.057" v="72"/>
        <pc:sldMkLst>
          <pc:docMk/>
          <pc:sldMk cId="148114319" sldId="276"/>
        </pc:sldMkLst>
        <pc:spChg chg="mod">
          <ac:chgData name="annaasgaraly@ibm.com" userId="" providerId="" clId="Web-{CC69BAD0-B878-4D5F-9EDC-F1CFB63E14B5}" dt="2021-08-18T18:02:12.915" v="28" actId="20577"/>
          <ac:spMkLst>
            <pc:docMk/>
            <pc:sldMk cId="148114319" sldId="276"/>
            <ac:spMk id="3" creationId="{B28946E4-5BEF-46F0-A56A-E7E85ACA148F}"/>
          </ac:spMkLst>
        </pc:spChg>
      </pc:sldChg>
      <pc:sldChg chg="modSp mod setBg">
        <pc:chgData name="annaasgaraly@ibm.com" userId="" providerId="" clId="Web-{CC69BAD0-B878-4D5F-9EDC-F1CFB63E14B5}" dt="2021-08-18T18:06:05.792" v="75"/>
        <pc:sldMkLst>
          <pc:docMk/>
          <pc:sldMk cId="321008965" sldId="277"/>
        </pc:sldMkLst>
        <pc:spChg chg="mod">
          <ac:chgData name="annaasgaraly@ibm.com" userId="" providerId="" clId="Web-{CC69BAD0-B878-4D5F-9EDC-F1CFB63E14B5}" dt="2021-08-18T18:02:23.244" v="31" actId="20577"/>
          <ac:spMkLst>
            <pc:docMk/>
            <pc:sldMk cId="321008965" sldId="277"/>
            <ac:spMk id="7" creationId="{330F9542-6794-4F57-BB45-868D94AD06B0}"/>
          </ac:spMkLst>
        </pc:spChg>
      </pc:sldChg>
      <pc:sldChg chg="mod setBg">
        <pc:chgData name="annaasgaraly@ibm.com" userId="" providerId="" clId="Web-{CC69BAD0-B878-4D5F-9EDC-F1CFB63E14B5}" dt="2021-08-18T17:50:32.723" v="3"/>
        <pc:sldMkLst>
          <pc:docMk/>
          <pc:sldMk cId="3181088097" sldId="278"/>
        </pc:sldMkLst>
      </pc:sldChg>
      <pc:sldChg chg="mod setBg">
        <pc:chgData name="annaasgaraly@ibm.com" userId="" providerId="" clId="Web-{CC69BAD0-B878-4D5F-9EDC-F1CFB63E14B5}" dt="2021-08-18T17:50:22.097" v="2"/>
        <pc:sldMkLst>
          <pc:docMk/>
          <pc:sldMk cId="178270660" sldId="284"/>
        </pc:sldMkLst>
      </pc:sldChg>
      <pc:sldChg chg="mod setBg">
        <pc:chgData name="annaasgaraly@ibm.com" userId="" providerId="" clId="Web-{CC69BAD0-B878-4D5F-9EDC-F1CFB63E14B5}" dt="2021-08-18T17:51:05.491" v="6"/>
        <pc:sldMkLst>
          <pc:docMk/>
          <pc:sldMk cId="1290394134" sldId="288"/>
        </pc:sldMkLst>
      </pc:sldChg>
      <pc:sldChg chg="modSp mod setBg">
        <pc:chgData name="annaasgaraly@ibm.com" userId="" providerId="" clId="Web-{CC69BAD0-B878-4D5F-9EDC-F1CFB63E14B5}" dt="2021-08-18T18:06:57.811" v="102"/>
        <pc:sldMkLst>
          <pc:docMk/>
          <pc:sldMk cId="2459446073" sldId="289"/>
        </pc:sldMkLst>
        <pc:spChg chg="mod">
          <ac:chgData name="annaasgaraly@ibm.com" userId="" providerId="" clId="Web-{CC69BAD0-B878-4D5F-9EDC-F1CFB63E14B5}" dt="2021-08-18T18:04:04.486" v="56" actId="20577"/>
          <ac:spMkLst>
            <pc:docMk/>
            <pc:sldMk cId="2459446073" sldId="289"/>
            <ac:spMk id="9" creationId="{B68D8986-45AC-4FB5-96E8-C45F9603EB5E}"/>
          </ac:spMkLst>
        </pc:spChg>
      </pc:sldChg>
      <pc:sldChg chg="modSp mod setBg">
        <pc:chgData name="annaasgaraly@ibm.com" userId="" providerId="" clId="Web-{CC69BAD0-B878-4D5F-9EDC-F1CFB63E14B5}" dt="2021-08-18T18:06:05.542" v="74"/>
        <pc:sldMkLst>
          <pc:docMk/>
          <pc:sldMk cId="1813711241" sldId="293"/>
        </pc:sldMkLst>
        <pc:spChg chg="mod">
          <ac:chgData name="annaasgaraly@ibm.com" userId="" providerId="" clId="Web-{CC69BAD0-B878-4D5F-9EDC-F1CFB63E14B5}" dt="2021-08-18T18:02:20.025" v="30" actId="20577"/>
          <ac:spMkLst>
            <pc:docMk/>
            <pc:sldMk cId="1813711241" sldId="293"/>
            <ac:spMk id="3" creationId="{FC857EDD-A3A7-434D-B8D5-401E872498DA}"/>
          </ac:spMkLst>
        </pc:spChg>
      </pc:sldChg>
      <pc:sldChg chg="mod setBg">
        <pc:chgData name="annaasgaraly@ibm.com" userId="" providerId="" clId="Web-{CC69BAD0-B878-4D5F-9EDC-F1CFB63E14B5}" dt="2021-08-18T17:50:45.396" v="4"/>
        <pc:sldMkLst>
          <pc:docMk/>
          <pc:sldMk cId="1023352497" sldId="294"/>
        </pc:sldMkLst>
      </pc:sldChg>
      <pc:sldChg chg="modSp mod setBg">
        <pc:chgData name="annaasgaraly@ibm.com" userId="" providerId="" clId="Web-{CC69BAD0-B878-4D5F-9EDC-F1CFB63E14B5}" dt="2021-08-18T18:06:41.169" v="95"/>
        <pc:sldMkLst>
          <pc:docMk/>
          <pc:sldMk cId="981671777" sldId="296"/>
        </pc:sldMkLst>
        <pc:spChg chg="mod">
          <ac:chgData name="annaasgaraly@ibm.com" userId="" providerId="" clId="Web-{CC69BAD0-B878-4D5F-9EDC-F1CFB63E14B5}" dt="2021-08-18T18:03:39.203" v="50" actId="20577"/>
          <ac:spMkLst>
            <pc:docMk/>
            <pc:sldMk cId="981671777" sldId="296"/>
            <ac:spMk id="2" creationId="{54176327-8CC4-4356-8BBB-DC4965CE9857}"/>
          </ac:spMkLst>
        </pc:spChg>
      </pc:sldChg>
      <pc:sldChg chg="mod setBg">
        <pc:chgData name="annaasgaraly@ibm.com" userId="" providerId="" clId="Web-{CC69BAD0-B878-4D5F-9EDC-F1CFB63E14B5}" dt="2021-08-18T17:50:06.440" v="1"/>
        <pc:sldMkLst>
          <pc:docMk/>
          <pc:sldMk cId="3093198887" sldId="298"/>
        </pc:sldMkLst>
      </pc:sldChg>
      <pc:sldChg chg="modSp mod setBg">
        <pc:chgData name="annaasgaraly@ibm.com" userId="" providerId="" clId="Web-{CC69BAD0-B878-4D5F-9EDC-F1CFB63E14B5}" dt="2021-08-18T18:06:03.854" v="67"/>
        <pc:sldMkLst>
          <pc:docMk/>
          <pc:sldMk cId="280316088" sldId="299"/>
        </pc:sldMkLst>
        <pc:spChg chg="mod">
          <ac:chgData name="annaasgaraly@ibm.com" userId="" providerId="" clId="Web-{CC69BAD0-B878-4D5F-9EDC-F1CFB63E14B5}" dt="2021-08-18T18:01:53.336" v="23" actId="20577"/>
          <ac:spMkLst>
            <pc:docMk/>
            <pc:sldMk cId="280316088" sldId="299"/>
            <ac:spMk id="4" creationId="{5066AA34-20EE-4A59-B343-346A8DB5667C}"/>
          </ac:spMkLst>
        </pc:spChg>
      </pc:sldChg>
      <pc:sldChg chg="modSp mod setBg">
        <pc:chgData name="annaasgaraly@ibm.com" userId="" providerId="" clId="Web-{CC69BAD0-B878-4D5F-9EDC-F1CFB63E14B5}" dt="2021-08-18T18:06:04.104" v="68"/>
        <pc:sldMkLst>
          <pc:docMk/>
          <pc:sldMk cId="1385553969" sldId="302"/>
        </pc:sldMkLst>
        <pc:spChg chg="mod">
          <ac:chgData name="annaasgaraly@ibm.com" userId="" providerId="" clId="Web-{CC69BAD0-B878-4D5F-9EDC-F1CFB63E14B5}" dt="2021-08-18T18:01:58.227" v="24" actId="20577"/>
          <ac:spMkLst>
            <pc:docMk/>
            <pc:sldMk cId="1385553969" sldId="302"/>
            <ac:spMk id="11" creationId="{84F5ABFD-B4D4-43FF-959F-AFAF45B45269}"/>
          </ac:spMkLst>
        </pc:spChg>
      </pc:sldChg>
      <pc:sldChg chg="modSp mod setBg">
        <pc:chgData name="annaasgaraly@ibm.com" userId="" providerId="" clId="Web-{CC69BAD0-B878-4D5F-9EDC-F1CFB63E14B5}" dt="2021-08-18T18:06:05.307" v="73"/>
        <pc:sldMkLst>
          <pc:docMk/>
          <pc:sldMk cId="334532777" sldId="303"/>
        </pc:sldMkLst>
        <pc:spChg chg="mod">
          <ac:chgData name="annaasgaraly@ibm.com" userId="" providerId="" clId="Web-{CC69BAD0-B878-4D5F-9EDC-F1CFB63E14B5}" dt="2021-08-18T18:02:16.337" v="29" actId="20577"/>
          <ac:spMkLst>
            <pc:docMk/>
            <pc:sldMk cId="334532777" sldId="303"/>
            <ac:spMk id="3" creationId="{519FC08B-7D2E-43A5-A528-821DCDCCCC82}"/>
          </ac:spMkLst>
        </pc:spChg>
      </pc:sldChg>
      <pc:sldChg chg="modSp mod setBg">
        <pc:chgData name="annaasgaraly@ibm.com" userId="" providerId="" clId="Web-{CC69BAD0-B878-4D5F-9EDC-F1CFB63E14B5}" dt="2021-08-18T18:06:16.105" v="77"/>
        <pc:sldMkLst>
          <pc:docMk/>
          <pc:sldMk cId="3869789237" sldId="304"/>
        </pc:sldMkLst>
        <pc:spChg chg="mod">
          <ac:chgData name="annaasgaraly@ibm.com" userId="" providerId="" clId="Web-{CC69BAD0-B878-4D5F-9EDC-F1CFB63E14B5}" dt="2021-08-18T18:02:32.448" v="33" actId="20577"/>
          <ac:spMkLst>
            <pc:docMk/>
            <pc:sldMk cId="3869789237" sldId="304"/>
            <ac:spMk id="4" creationId="{B6CCD949-E788-4375-9B07-478FA5684BC1}"/>
          </ac:spMkLst>
        </pc:spChg>
      </pc:sldChg>
      <pc:sldChg chg="modSp mod setBg">
        <pc:chgData name="annaasgaraly@ibm.com" userId="" providerId="" clId="Web-{CC69BAD0-B878-4D5F-9EDC-F1CFB63E14B5}" dt="2021-08-18T18:06:16.339" v="78"/>
        <pc:sldMkLst>
          <pc:docMk/>
          <pc:sldMk cId="80090182" sldId="305"/>
        </pc:sldMkLst>
        <pc:spChg chg="mod">
          <ac:chgData name="annaasgaraly@ibm.com" userId="" providerId="" clId="Web-{CC69BAD0-B878-4D5F-9EDC-F1CFB63E14B5}" dt="2021-08-18T18:02:36.167" v="34" actId="20577"/>
          <ac:spMkLst>
            <pc:docMk/>
            <pc:sldMk cId="80090182" sldId="305"/>
            <ac:spMk id="4" creationId="{D4811A61-F7FB-4B19-9ED1-E0E2554A5BE8}"/>
          </ac:spMkLst>
        </pc:spChg>
      </pc:sldChg>
      <pc:sldChg chg="modSp mod setBg">
        <pc:chgData name="annaasgaraly@ibm.com" userId="" providerId="" clId="Web-{CC69BAD0-B878-4D5F-9EDC-F1CFB63E14B5}" dt="2021-08-18T18:06:16.792" v="80"/>
        <pc:sldMkLst>
          <pc:docMk/>
          <pc:sldMk cId="3145340593" sldId="306"/>
        </pc:sldMkLst>
        <pc:spChg chg="mod">
          <ac:chgData name="annaasgaraly@ibm.com" userId="" providerId="" clId="Web-{CC69BAD0-B878-4D5F-9EDC-F1CFB63E14B5}" dt="2021-08-18T18:02:44.230" v="36" actId="20577"/>
          <ac:spMkLst>
            <pc:docMk/>
            <pc:sldMk cId="3145340593" sldId="306"/>
            <ac:spMk id="4" creationId="{AFE7D9E4-306D-49E3-9AC4-15D566FC72AD}"/>
          </ac:spMkLst>
        </pc:spChg>
      </pc:sldChg>
      <pc:sldChg chg="modSp mod setBg">
        <pc:chgData name="annaasgaraly@ibm.com" userId="" providerId="" clId="Web-{CC69BAD0-B878-4D5F-9EDC-F1CFB63E14B5}" dt="2021-08-18T18:06:16.574" v="79"/>
        <pc:sldMkLst>
          <pc:docMk/>
          <pc:sldMk cId="1106727586" sldId="307"/>
        </pc:sldMkLst>
        <pc:spChg chg="mod">
          <ac:chgData name="annaasgaraly@ibm.com" userId="" providerId="" clId="Web-{CC69BAD0-B878-4D5F-9EDC-F1CFB63E14B5}" dt="2021-08-18T18:02:39.823" v="35" actId="20577"/>
          <ac:spMkLst>
            <pc:docMk/>
            <pc:sldMk cId="1106727586" sldId="307"/>
            <ac:spMk id="4" creationId="{021C109C-C017-4D19-928F-AED25AC30125}"/>
          </ac:spMkLst>
        </pc:spChg>
      </pc:sldChg>
      <pc:sldChg chg="modSp mod setBg">
        <pc:chgData name="annaasgaraly@ibm.com" userId="" providerId="" clId="Web-{CC69BAD0-B878-4D5F-9EDC-F1CFB63E14B5}" dt="2021-08-18T18:06:17.011" v="81"/>
        <pc:sldMkLst>
          <pc:docMk/>
          <pc:sldMk cId="706594483" sldId="308"/>
        </pc:sldMkLst>
        <pc:spChg chg="mod">
          <ac:chgData name="annaasgaraly@ibm.com" userId="" providerId="" clId="Web-{CC69BAD0-B878-4D5F-9EDC-F1CFB63E14B5}" dt="2021-08-18T18:02:47.433" v="37" actId="20577"/>
          <ac:spMkLst>
            <pc:docMk/>
            <pc:sldMk cId="706594483" sldId="308"/>
            <ac:spMk id="4" creationId="{6D35FD2D-1BD2-45D7-B015-1A96C241520B}"/>
          </ac:spMkLst>
        </pc:spChg>
      </pc:sldChg>
      <pc:sldChg chg="modSp mod setBg">
        <pc:chgData name="annaasgaraly@ibm.com" userId="" providerId="" clId="Web-{CC69BAD0-B878-4D5F-9EDC-F1CFB63E14B5}" dt="2021-08-18T18:06:30.090" v="83"/>
        <pc:sldMkLst>
          <pc:docMk/>
          <pc:sldMk cId="1794738657" sldId="309"/>
        </pc:sldMkLst>
        <pc:spChg chg="mod">
          <ac:chgData name="annaasgaraly@ibm.com" userId="" providerId="" clId="Web-{CC69BAD0-B878-4D5F-9EDC-F1CFB63E14B5}" dt="2021-08-18T18:03:04.872" v="39" actId="20577"/>
          <ac:spMkLst>
            <pc:docMk/>
            <pc:sldMk cId="1794738657" sldId="309"/>
            <ac:spMk id="3" creationId="{557C8CBA-1A0E-4CDF-A451-7AAA44D39839}"/>
          </ac:spMkLst>
        </pc:spChg>
      </pc:sldChg>
      <pc:sldChg chg="modSp mod setBg">
        <pc:chgData name="annaasgaraly@ibm.com" userId="" providerId="" clId="Web-{CC69BAD0-B878-4D5F-9EDC-F1CFB63E14B5}" dt="2021-08-18T18:06:30.309" v="84"/>
        <pc:sldMkLst>
          <pc:docMk/>
          <pc:sldMk cId="4010014743" sldId="310"/>
        </pc:sldMkLst>
        <pc:spChg chg="mod">
          <ac:chgData name="annaasgaraly@ibm.com" userId="" providerId="" clId="Web-{CC69BAD0-B878-4D5F-9EDC-F1CFB63E14B5}" dt="2021-08-18T18:03:08.919" v="40" actId="20577"/>
          <ac:spMkLst>
            <pc:docMk/>
            <pc:sldMk cId="4010014743" sldId="310"/>
            <ac:spMk id="3" creationId="{FD161C47-0660-416F-B4C2-25E4D35D69FD}"/>
          </ac:spMkLst>
        </pc:spChg>
      </pc:sldChg>
      <pc:sldChg chg="modSp mod setBg">
        <pc:chgData name="annaasgaraly@ibm.com" userId="" providerId="" clId="Web-{CC69BAD0-B878-4D5F-9EDC-F1CFB63E14B5}" dt="2021-08-18T18:06:30.528" v="85"/>
        <pc:sldMkLst>
          <pc:docMk/>
          <pc:sldMk cId="2735560525" sldId="311"/>
        </pc:sldMkLst>
        <pc:spChg chg="mod">
          <ac:chgData name="annaasgaraly@ibm.com" userId="" providerId="" clId="Web-{CC69BAD0-B878-4D5F-9EDC-F1CFB63E14B5}" dt="2021-08-18T18:03:12.388" v="41" actId="20577"/>
          <ac:spMkLst>
            <pc:docMk/>
            <pc:sldMk cId="2735560525" sldId="311"/>
            <ac:spMk id="3" creationId="{AFD52E17-48CB-4D60-BD56-71D197A29B38}"/>
          </ac:spMkLst>
        </pc:spChg>
      </pc:sldChg>
      <pc:sldChg chg="modSp mod setBg">
        <pc:chgData name="annaasgaraly@ibm.com" userId="" providerId="" clId="Web-{CC69BAD0-B878-4D5F-9EDC-F1CFB63E14B5}" dt="2021-08-18T18:06:30.762" v="86"/>
        <pc:sldMkLst>
          <pc:docMk/>
          <pc:sldMk cId="1434679925" sldId="312"/>
        </pc:sldMkLst>
        <pc:spChg chg="mod">
          <ac:chgData name="annaasgaraly@ibm.com" userId="" providerId="" clId="Web-{CC69BAD0-B878-4D5F-9EDC-F1CFB63E14B5}" dt="2021-08-18T18:03:16.498" v="43" actId="20577"/>
          <ac:spMkLst>
            <pc:docMk/>
            <pc:sldMk cId="1434679925" sldId="312"/>
            <ac:spMk id="3" creationId="{7F12CD3C-55B3-4129-817A-84D0B28F713E}"/>
          </ac:spMkLst>
        </pc:spChg>
      </pc:sldChg>
      <pc:sldChg chg="modSp mod setBg">
        <pc:chgData name="annaasgaraly@ibm.com" userId="" providerId="" clId="Web-{CC69BAD0-B878-4D5F-9EDC-F1CFB63E14B5}" dt="2021-08-18T18:06:31.231" v="88"/>
        <pc:sldMkLst>
          <pc:docMk/>
          <pc:sldMk cId="1756972646" sldId="313"/>
        </pc:sldMkLst>
        <pc:spChg chg="mod">
          <ac:chgData name="annaasgaraly@ibm.com" userId="" providerId="" clId="Web-{CC69BAD0-B878-4D5F-9EDC-F1CFB63E14B5}" dt="2021-08-18T18:03:25.624" v="45" actId="20577"/>
          <ac:spMkLst>
            <pc:docMk/>
            <pc:sldMk cId="1756972646" sldId="313"/>
            <ac:spMk id="3" creationId="{79B32320-42D4-49FA-8047-C080B444B3AE}"/>
          </ac:spMkLst>
        </pc:spChg>
      </pc:sldChg>
      <pc:sldChg chg="modSp mod setBg">
        <pc:chgData name="annaasgaraly@ibm.com" userId="" providerId="" clId="Web-{CC69BAD0-B878-4D5F-9EDC-F1CFB63E14B5}" dt="2021-08-18T18:06:30.997" v="87"/>
        <pc:sldMkLst>
          <pc:docMk/>
          <pc:sldMk cId="639399535" sldId="314"/>
        </pc:sldMkLst>
        <pc:spChg chg="mod">
          <ac:chgData name="annaasgaraly@ibm.com" userId="" providerId="" clId="Web-{CC69BAD0-B878-4D5F-9EDC-F1CFB63E14B5}" dt="2021-08-18T18:03:19.357" v="44" actId="20577"/>
          <ac:spMkLst>
            <pc:docMk/>
            <pc:sldMk cId="639399535" sldId="314"/>
            <ac:spMk id="8" creationId="{952C2E9C-C6BE-40BD-A406-CFB441363CBA}"/>
          </ac:spMkLst>
        </pc:spChg>
      </pc:sldChg>
      <pc:sldChg chg="modSp mod setBg">
        <pc:chgData name="annaasgaraly@ibm.com" userId="" providerId="" clId="Web-{CC69BAD0-B878-4D5F-9EDC-F1CFB63E14B5}" dt="2021-08-18T18:06:31.465" v="89"/>
        <pc:sldMkLst>
          <pc:docMk/>
          <pc:sldMk cId="3566646398" sldId="315"/>
        </pc:sldMkLst>
        <pc:spChg chg="mod">
          <ac:chgData name="annaasgaraly@ibm.com" userId="" providerId="" clId="Web-{CC69BAD0-B878-4D5F-9EDC-F1CFB63E14B5}" dt="2021-08-18T18:03:29.249" v="46" actId="20577"/>
          <ac:spMkLst>
            <pc:docMk/>
            <pc:sldMk cId="3566646398" sldId="315"/>
            <ac:spMk id="3" creationId="{2A7EB98F-A25F-4357-9775-478FC17F7F83}"/>
          </ac:spMkLst>
        </pc:spChg>
      </pc:sldChg>
      <pc:sldChg chg="modSp mod setBg">
        <pc:chgData name="annaasgaraly@ibm.com" userId="" providerId="" clId="Web-{CC69BAD0-B878-4D5F-9EDC-F1CFB63E14B5}" dt="2021-08-18T18:06:31.684" v="90"/>
        <pc:sldMkLst>
          <pc:docMk/>
          <pc:sldMk cId="1398439132" sldId="316"/>
        </pc:sldMkLst>
        <pc:spChg chg="mod">
          <ac:chgData name="annaasgaraly@ibm.com" userId="" providerId="" clId="Web-{CC69BAD0-B878-4D5F-9EDC-F1CFB63E14B5}" dt="2021-08-18T18:03:33.077" v="48" actId="20577"/>
          <ac:spMkLst>
            <pc:docMk/>
            <pc:sldMk cId="1398439132" sldId="316"/>
            <ac:spMk id="3" creationId="{964DA114-677C-40D8-8FFA-43531834CFBF}"/>
          </ac:spMkLst>
        </pc:spChg>
      </pc:sldChg>
      <pc:sldChg chg="modSp mod setBg">
        <pc:chgData name="annaasgaraly@ibm.com" userId="" providerId="" clId="Web-{CC69BAD0-B878-4D5F-9EDC-F1CFB63E14B5}" dt="2021-08-18T18:06:31.924" v="91"/>
        <pc:sldMkLst>
          <pc:docMk/>
          <pc:sldMk cId="3975168428" sldId="317"/>
        </pc:sldMkLst>
        <pc:spChg chg="mod">
          <ac:chgData name="annaasgaraly@ibm.com" userId="" providerId="" clId="Web-{CC69BAD0-B878-4D5F-9EDC-F1CFB63E14B5}" dt="2021-08-18T18:03:35.999" v="49" actId="20577"/>
          <ac:spMkLst>
            <pc:docMk/>
            <pc:sldMk cId="3975168428" sldId="317"/>
            <ac:spMk id="3" creationId="{04523243-E4D6-45EC-97C8-D44398FB7417}"/>
          </ac:spMkLst>
        </pc:spChg>
      </pc:sldChg>
      <pc:sldChg chg="modSp mod setBg">
        <pc:chgData name="annaasgaraly@ibm.com" userId="" providerId="" clId="Web-{CC69BAD0-B878-4D5F-9EDC-F1CFB63E14B5}" dt="2021-08-18T18:06:40.716" v="93"/>
        <pc:sldMkLst>
          <pc:docMk/>
          <pc:sldMk cId="239597884" sldId="318"/>
        </pc:sldMkLst>
        <pc:spChg chg="mod">
          <ac:chgData name="annaasgaraly@ibm.com" userId="" providerId="" clId="Web-{CC69BAD0-B878-4D5F-9EDC-F1CFB63E14B5}" dt="2021-08-18T18:03:41.906" v="51" actId="20577"/>
          <ac:spMkLst>
            <pc:docMk/>
            <pc:sldMk cId="239597884" sldId="318"/>
            <ac:spMk id="8" creationId="{2E0ECA32-E146-40DA-85CD-9677244BC3EC}"/>
          </ac:spMkLst>
        </pc:spChg>
      </pc:sldChg>
      <pc:sldChg chg="modSp mod setBg">
        <pc:chgData name="annaasgaraly@ibm.com" userId="" providerId="" clId="Web-{CC69BAD0-B878-4D5F-9EDC-F1CFB63E14B5}" dt="2021-08-18T18:06:40.950" v="94"/>
        <pc:sldMkLst>
          <pc:docMk/>
          <pc:sldMk cId="232499080" sldId="319"/>
        </pc:sldMkLst>
        <pc:spChg chg="mod">
          <ac:chgData name="annaasgaraly@ibm.com" userId="" providerId="" clId="Web-{CC69BAD0-B878-4D5F-9EDC-F1CFB63E14B5}" dt="2021-08-18T18:03:44.922" v="52" actId="20577"/>
          <ac:spMkLst>
            <pc:docMk/>
            <pc:sldMk cId="232499080" sldId="319"/>
            <ac:spMk id="8" creationId="{34C97452-C78A-4701-B8AB-ABFE63D5BEDE}"/>
          </ac:spMkLst>
        </pc:spChg>
      </pc:sldChg>
      <pc:sldChg chg="modSp mod setBg">
        <pc:chgData name="annaasgaraly@ibm.com" userId="" providerId="" clId="Web-{CC69BAD0-B878-4D5F-9EDC-F1CFB63E14B5}" dt="2021-08-18T18:06:57.123" v="99"/>
        <pc:sldMkLst>
          <pc:docMk/>
          <pc:sldMk cId="3645034231" sldId="320"/>
        </pc:sldMkLst>
        <pc:spChg chg="mod">
          <ac:chgData name="annaasgaraly@ibm.com" userId="" providerId="" clId="Web-{CC69BAD0-B878-4D5F-9EDC-F1CFB63E14B5}" dt="2021-08-18T18:04:07.830" v="57" actId="20577"/>
          <ac:spMkLst>
            <pc:docMk/>
            <pc:sldMk cId="3645034231" sldId="320"/>
            <ac:spMk id="9" creationId="{533106AC-60D7-46AE-8E64-7B84ABDBD099}"/>
          </ac:spMkLst>
        </pc:spChg>
      </pc:sldChg>
      <pc:sldChg chg="mod setBg">
        <pc:chgData name="annaasgaraly@ibm.com" userId="" providerId="" clId="Web-{CC69BAD0-B878-4D5F-9EDC-F1CFB63E14B5}" dt="2021-08-18T17:50:55.553" v="5"/>
        <pc:sldMkLst>
          <pc:docMk/>
          <pc:sldMk cId="733461713" sldId="321"/>
        </pc:sldMkLst>
      </pc:sldChg>
      <pc:sldChg chg="modSp mod setBg">
        <pc:chgData name="annaasgaraly@ibm.com" userId="" providerId="" clId="Web-{CC69BAD0-B878-4D5F-9EDC-F1CFB63E14B5}" dt="2021-08-18T18:06:49.263" v="98"/>
        <pc:sldMkLst>
          <pc:docMk/>
          <pc:sldMk cId="700132931" sldId="322"/>
        </pc:sldMkLst>
        <pc:spChg chg="mod">
          <ac:chgData name="annaasgaraly@ibm.com" userId="" providerId="" clId="Web-{CC69BAD0-B878-4D5F-9EDC-F1CFB63E14B5}" dt="2021-08-18T18:03:48.453" v="53" actId="20577"/>
          <ac:spMkLst>
            <pc:docMk/>
            <pc:sldMk cId="700132931" sldId="322"/>
            <ac:spMk id="8" creationId="{9456A072-47A6-4424-9ABE-F398119040DD}"/>
          </ac:spMkLst>
        </pc:spChg>
      </pc:sldChg>
      <pc:sldChg chg="modSp mod setBg">
        <pc:chgData name="annaasgaraly@ibm.com" userId="" providerId="" clId="Web-{CC69BAD0-B878-4D5F-9EDC-F1CFB63E14B5}" dt="2021-08-18T18:06:48.795" v="96"/>
        <pc:sldMkLst>
          <pc:docMk/>
          <pc:sldMk cId="1866160706" sldId="323"/>
        </pc:sldMkLst>
        <pc:spChg chg="mod">
          <ac:chgData name="annaasgaraly@ibm.com" userId="" providerId="" clId="Web-{CC69BAD0-B878-4D5F-9EDC-F1CFB63E14B5}" dt="2021-08-18T18:03:52.626" v="54" actId="20577"/>
          <ac:spMkLst>
            <pc:docMk/>
            <pc:sldMk cId="1866160706" sldId="323"/>
            <ac:spMk id="8" creationId="{4EF94599-779E-457E-B57B-6063EBF7A840}"/>
          </ac:spMkLst>
        </pc:spChg>
      </pc:sldChg>
      <pc:sldChg chg="modSp mod setBg">
        <pc:chgData name="annaasgaraly@ibm.com" userId="" providerId="" clId="Web-{CC69BAD0-B878-4D5F-9EDC-F1CFB63E14B5}" dt="2021-08-18T18:06:49.029" v="97"/>
        <pc:sldMkLst>
          <pc:docMk/>
          <pc:sldMk cId="252359608" sldId="324"/>
        </pc:sldMkLst>
        <pc:spChg chg="mod">
          <ac:chgData name="annaasgaraly@ibm.com" userId="" providerId="" clId="Web-{CC69BAD0-B878-4D5F-9EDC-F1CFB63E14B5}" dt="2021-08-18T18:03:58.220" v="55" actId="20577"/>
          <ac:spMkLst>
            <pc:docMk/>
            <pc:sldMk cId="252359608" sldId="324"/>
            <ac:spMk id="12" creationId="{4D271BF5-BAA1-4CEB-A575-76A097FABBBA}"/>
          </ac:spMkLst>
        </pc:spChg>
      </pc:sldChg>
      <pc:sldChg chg="addSp modSp">
        <pc:chgData name="annaasgaraly@ibm.com" userId="" providerId="" clId="Web-{CC69BAD0-B878-4D5F-9EDC-F1CFB63E14B5}" dt="2021-08-18T18:00:11.344" v="12" actId="14100"/>
        <pc:sldMkLst>
          <pc:docMk/>
          <pc:sldMk cId="1277611629" sldId="327"/>
        </pc:sldMkLst>
        <pc:picChg chg="add mod">
          <ac:chgData name="annaasgaraly@ibm.com" userId="" providerId="" clId="Web-{CC69BAD0-B878-4D5F-9EDC-F1CFB63E14B5}" dt="2021-08-18T18:00:11.344" v="12" actId="14100"/>
          <ac:picMkLst>
            <pc:docMk/>
            <pc:sldMk cId="1277611629" sldId="327"/>
            <ac:picMk id="2" creationId="{4F94DBE5-2DCC-401E-95AA-12E04A97FBA6}"/>
          </ac:picMkLst>
        </pc:picChg>
      </pc:sldChg>
      <pc:sldChg chg="mod setBg">
        <pc:chgData name="annaasgaraly@ibm.com" userId="" providerId="" clId="Web-{CC69BAD0-B878-4D5F-9EDC-F1CFB63E14B5}" dt="2021-08-18T17:51:14.820" v="7"/>
        <pc:sldMkLst>
          <pc:docMk/>
          <pc:sldMk cId="661040741" sldId="329"/>
        </pc:sldMkLst>
      </pc:sldChg>
      <pc:sldChg chg="modSp mod setBg">
        <pc:chgData name="annaasgaraly@ibm.com" userId="" providerId="" clId="Web-{CC69BAD0-B878-4D5F-9EDC-F1CFB63E14B5}" dt="2021-08-18T18:05:53.681" v="65"/>
        <pc:sldMkLst>
          <pc:docMk/>
          <pc:sldMk cId="724038033" sldId="330"/>
        </pc:sldMkLst>
        <pc:spChg chg="mod">
          <ac:chgData name="annaasgaraly@ibm.com" userId="" providerId="" clId="Web-{CC69BAD0-B878-4D5F-9EDC-F1CFB63E14B5}" dt="2021-08-18T18:01:02.207" v="16" actId="20577"/>
          <ac:spMkLst>
            <pc:docMk/>
            <pc:sldMk cId="724038033" sldId="330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463" v="64"/>
        <pc:sldMkLst>
          <pc:docMk/>
          <pc:sldMk cId="1980221439" sldId="331"/>
        </pc:sldMkLst>
        <pc:spChg chg="mod">
          <ac:chgData name="annaasgaraly@ibm.com" userId="" providerId="" clId="Web-{CC69BAD0-B878-4D5F-9EDC-F1CFB63E14B5}" dt="2021-08-18T18:01:34.631" v="17" actId="20577"/>
          <ac:spMkLst>
            <pc:docMk/>
            <pc:sldMk cId="1980221439" sldId="331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228" v="63"/>
        <pc:sldMkLst>
          <pc:docMk/>
          <pc:sldMk cId="2560061391" sldId="332"/>
        </pc:sldMkLst>
        <pc:spChg chg="mod">
          <ac:chgData name="annaasgaraly@ibm.com" userId="" providerId="" clId="Web-{CC69BAD0-B878-4D5F-9EDC-F1CFB63E14B5}" dt="2021-08-18T18:01:38.944" v="18" actId="20577"/>
          <ac:spMkLst>
            <pc:docMk/>
            <pc:sldMk cId="2560061391" sldId="332"/>
            <ac:spMk id="19" creationId="{6CA66F18-AF00-434A-AB3C-61097BEAE5FA}"/>
          </ac:spMkLst>
        </pc:spChg>
      </pc:sldChg>
    </pc:docChg>
  </pc:docChgLst>
  <pc:docChgLst>
    <pc:chgData name="Ada Celik" clId="Web-{998F4E3E-1A76-4A6B-98B6-08752F3768B3}"/>
    <pc:docChg chg="modSld">
      <pc:chgData name="Ada Celik" userId="" providerId="" clId="Web-{998F4E3E-1A76-4A6B-98B6-08752F3768B3}" dt="2021-08-10T21:41:11.021" v="1" actId="20577"/>
      <pc:docMkLst>
        <pc:docMk/>
      </pc:docMkLst>
      <pc:sldChg chg="modSp">
        <pc:chgData name="Ada Celik" userId="" providerId="" clId="Web-{998F4E3E-1A76-4A6B-98B6-08752F3768B3}" dt="2021-08-10T21:41:11.021" v="1" actId="20577"/>
        <pc:sldMkLst>
          <pc:docMk/>
          <pc:sldMk cId="1277611629" sldId="327"/>
        </pc:sldMkLst>
        <pc:spChg chg="mod">
          <ac:chgData name="Ada Celik" userId="" providerId="" clId="Web-{998F4E3E-1A76-4A6B-98B6-08752F3768B3}" dt="2021-08-10T21:41:11.021" v="1" actId="20577"/>
          <ac:spMkLst>
            <pc:docMk/>
            <pc:sldMk cId="1277611629" sldId="327"/>
            <ac:spMk id="6" creationId="{2C36AF9D-A911-994B-90EA-013D4CDA5604}"/>
          </ac:spMkLst>
        </pc:spChg>
      </pc:sldChg>
    </pc:docChg>
  </pc:docChgLst>
  <pc:docChgLst>
    <pc:chgData name="Ada Celik" clId="Web-{9F30A1D2-6717-426C-A658-3A50309723ED}"/>
    <pc:docChg chg="modSld">
      <pc:chgData name="Ada Celik" userId="" providerId="" clId="Web-{9F30A1D2-6717-426C-A658-3A50309723ED}" dt="2021-08-10T21:42:35.526" v="3"/>
      <pc:docMkLst>
        <pc:docMk/>
      </pc:docMkLst>
      <pc:sldChg chg="delSp">
        <pc:chgData name="Ada Celik" userId="" providerId="" clId="Web-{9F30A1D2-6717-426C-A658-3A50309723ED}" dt="2021-08-10T21:42:35.526" v="3"/>
        <pc:sldMkLst>
          <pc:docMk/>
          <pc:sldMk cId="661040741" sldId="329"/>
        </pc:sldMkLst>
        <pc:picChg chg="del">
          <ac:chgData name="Ada Celik" userId="" providerId="" clId="Web-{9F30A1D2-6717-426C-A658-3A50309723ED}" dt="2021-08-10T21:42:35.526" v="3"/>
          <ac:picMkLst>
            <pc:docMk/>
            <pc:sldMk cId="661040741" sldId="329"/>
            <ac:picMk id="8" creationId="{F88AB437-E43C-436D-B35E-51887C103800}"/>
          </ac:picMkLst>
        </pc:picChg>
        <pc:picChg chg="del">
          <ac:chgData name="Ada Celik" userId="" providerId="" clId="Web-{9F30A1D2-6717-426C-A658-3A50309723ED}" dt="2021-08-10T21:42:35.526" v="2"/>
          <ac:picMkLst>
            <pc:docMk/>
            <pc:sldMk cId="661040741" sldId="329"/>
            <ac:picMk id="9" creationId="{89FBF71A-DDF5-4BAA-B9B5-91B4675FF80E}"/>
          </ac:picMkLst>
        </pc:picChg>
        <pc:picChg chg="del">
          <ac:chgData name="Ada Celik" userId="" providerId="" clId="Web-{9F30A1D2-6717-426C-A658-3A50309723ED}" dt="2021-08-10T21:42:35.526" v="1"/>
          <ac:picMkLst>
            <pc:docMk/>
            <pc:sldMk cId="661040741" sldId="329"/>
            <ac:picMk id="10" creationId="{225AE237-9A47-4E0B-AE8A-DD0CED30B39D}"/>
          </ac:picMkLst>
        </pc:picChg>
        <pc:picChg chg="del">
          <ac:chgData name="Ada Celik" userId="" providerId="" clId="Web-{9F30A1D2-6717-426C-A658-3A50309723ED}" dt="2021-08-10T21:42:35.526" v="0"/>
          <ac:picMkLst>
            <pc:docMk/>
            <pc:sldMk cId="661040741" sldId="329"/>
            <ac:picMk id="11" creationId="{E1021DDF-7C74-4FD8-AE38-AFFCC057C8C2}"/>
          </ac:picMkLst>
        </pc:picChg>
      </pc:sldChg>
    </pc:docChg>
  </pc:docChgLst>
  <pc:docChgLst>
    <pc:chgData name="YAN LUO" clId="Web-{B63C8988-E1D3-4A52-8229-FA8C5EBD2ECD}"/>
    <pc:docChg chg="delSld modSld">
      <pc:chgData name="YAN LUO" userId="" providerId="" clId="Web-{B63C8988-E1D3-4A52-8229-FA8C5EBD2ECD}" dt="2021-08-19T14:01:44.876" v="206" actId="20577"/>
      <pc:docMkLst>
        <pc:docMk/>
      </pc:docMkLst>
      <pc:sldChg chg="modSp">
        <pc:chgData name="YAN LUO" userId="" providerId="" clId="Web-{B63C8988-E1D3-4A52-8229-FA8C5EBD2ECD}" dt="2021-08-19T13:47:23.458" v="93" actId="20577"/>
        <pc:sldMkLst>
          <pc:docMk/>
          <pc:sldMk cId="1578726356" sldId="265"/>
        </pc:sldMkLst>
        <pc:spChg chg="mod">
          <ac:chgData name="YAN LUO" userId="" providerId="" clId="Web-{B63C8988-E1D3-4A52-8229-FA8C5EBD2ECD}" dt="2021-08-19T13:47:23.458" v="93" actId="20577"/>
          <ac:spMkLst>
            <pc:docMk/>
            <pc:sldMk cId="1578726356" sldId="265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46:56.520" v="49" actId="20577"/>
        <pc:sldMkLst>
          <pc:docMk/>
          <pc:sldMk cId="779971636" sldId="266"/>
        </pc:sldMkLst>
        <pc:spChg chg="mod">
          <ac:chgData name="YAN LUO" userId="" providerId="" clId="Web-{B63C8988-E1D3-4A52-8229-FA8C5EBD2ECD}" dt="2021-08-19T13:46:56.520" v="49" actId="20577"/>
          <ac:spMkLst>
            <pc:docMk/>
            <pc:sldMk cId="779971636" sldId="266"/>
            <ac:spMk id="5" creationId="{1B07C49E-AFFC-EC46-8930-E4D428F5F943}"/>
          </ac:spMkLst>
        </pc:spChg>
      </pc:sldChg>
      <pc:sldChg chg="del">
        <pc:chgData name="YAN LUO" userId="" providerId="" clId="Web-{B63C8988-E1D3-4A52-8229-FA8C5EBD2ECD}" dt="2021-08-19T13:52:20.775" v="94"/>
        <pc:sldMkLst>
          <pc:docMk/>
          <pc:sldMk cId="3181088097" sldId="278"/>
        </pc:sldMkLst>
      </pc:sldChg>
      <pc:sldChg chg="addSp delSp modSp">
        <pc:chgData name="YAN LUO" userId="" providerId="" clId="Web-{B63C8988-E1D3-4A52-8229-FA8C5EBD2ECD}" dt="2021-08-19T13:45:42.691" v="30" actId="20577"/>
        <pc:sldMkLst>
          <pc:docMk/>
          <pc:sldMk cId="280316088" sldId="299"/>
        </pc:sldMkLst>
        <pc:spChg chg="add del mod ord">
          <ac:chgData name="YAN LUO" userId="" providerId="" clId="Web-{B63C8988-E1D3-4A52-8229-FA8C5EBD2ECD}" dt="2021-08-19T13:21:31.149" v="16"/>
          <ac:spMkLst>
            <pc:docMk/>
            <pc:sldMk cId="280316088" sldId="299"/>
            <ac:spMk id="2" creationId="{310FB1D8-F945-4835-A7ED-A9DCB8CE099D}"/>
          </ac:spMkLst>
        </pc:spChg>
        <pc:spChg chg="mod">
          <ac:chgData name="YAN LUO" userId="" providerId="" clId="Web-{B63C8988-E1D3-4A52-8229-FA8C5EBD2ECD}" dt="2021-08-19T13:45:42.691" v="30" actId="20577"/>
          <ac:spMkLst>
            <pc:docMk/>
            <pc:sldMk cId="280316088" sldId="299"/>
            <ac:spMk id="5" creationId="{1B07C49E-AFFC-EC46-8930-E4D428F5F943}"/>
          </ac:spMkLst>
        </pc:spChg>
      </pc:sldChg>
      <pc:sldChg chg="addSp delSp modSp">
        <pc:chgData name="YAN LUO" userId="" providerId="" clId="Web-{B63C8988-E1D3-4A52-8229-FA8C5EBD2ECD}" dt="2021-08-19T13:53:50.338" v="96" actId="20577"/>
        <pc:sldMkLst>
          <pc:docMk/>
          <pc:sldMk cId="1385553969" sldId="302"/>
        </pc:sldMkLst>
        <pc:spChg chg="add mod">
          <ac:chgData name="YAN LUO" userId="" providerId="" clId="Web-{B63C8988-E1D3-4A52-8229-FA8C5EBD2ECD}" dt="2021-08-19T13:53:50.338" v="96" actId="20577"/>
          <ac:spMkLst>
            <pc:docMk/>
            <pc:sldMk cId="1385553969" sldId="302"/>
            <ac:spMk id="2" creationId="{8B78C759-C687-440F-8CAE-D3071F1AB630}"/>
          </ac:spMkLst>
        </pc:spChg>
        <pc:spChg chg="mod">
          <ac:chgData name="YAN LUO" userId="" providerId="" clId="Web-{B63C8988-E1D3-4A52-8229-FA8C5EBD2ECD}" dt="2021-08-19T13:46:07.426" v="35" actId="20577"/>
          <ac:spMkLst>
            <pc:docMk/>
            <pc:sldMk cId="1385553969" sldId="302"/>
            <ac:spMk id="3" creationId="{AB0AB2AC-B7E6-6849-9AE9-697369407F8F}"/>
          </ac:spMkLst>
        </pc:spChg>
        <pc:spChg chg="add del">
          <ac:chgData name="YAN LUO" userId="" providerId="" clId="Web-{B63C8988-E1D3-4A52-8229-FA8C5EBD2ECD}" dt="2021-08-19T13:46:27.739" v="39"/>
          <ac:spMkLst>
            <pc:docMk/>
            <pc:sldMk cId="1385553969" sldId="302"/>
            <ac:spMk id="5" creationId="{B2BB333C-3C82-48BA-A090-59BE99C64735}"/>
          </ac:spMkLst>
        </pc:spChg>
        <pc:spChg chg="del">
          <ac:chgData name="YAN LUO" userId="" providerId="" clId="Web-{B63C8988-E1D3-4A52-8229-FA8C5EBD2ECD}" dt="2021-08-19T13:46:24.129" v="36"/>
          <ac:spMkLst>
            <pc:docMk/>
            <pc:sldMk cId="1385553969" sldId="302"/>
            <ac:spMk id="15" creationId="{302614DC-FBA1-44E3-9E89-23C80E7E6998}"/>
          </ac:spMkLst>
        </pc:spChg>
      </pc:sldChg>
      <pc:sldChg chg="modSp">
        <pc:chgData name="YAN LUO" userId="" providerId="" clId="Web-{B63C8988-E1D3-4A52-8229-FA8C5EBD2ECD}" dt="2021-08-19T13:55:45.293" v="141" actId="20577"/>
        <pc:sldMkLst>
          <pc:docMk/>
          <pc:sldMk cId="1434679925" sldId="312"/>
        </pc:sldMkLst>
        <pc:spChg chg="mod">
          <ac:chgData name="YAN LUO" userId="" providerId="" clId="Web-{B63C8988-E1D3-4A52-8229-FA8C5EBD2ECD}" dt="2021-08-19T13:55:45.293" v="141" actId="20577"/>
          <ac:spMkLst>
            <pc:docMk/>
            <pc:sldMk cId="1434679925" sldId="312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56:18.809" v="184" actId="20577"/>
        <pc:sldMkLst>
          <pc:docMk/>
          <pc:sldMk cId="639399535" sldId="314"/>
        </pc:sldMkLst>
        <pc:spChg chg="mod">
          <ac:chgData name="YAN LUO" userId="" providerId="" clId="Web-{B63C8988-E1D3-4A52-8229-FA8C5EBD2ECD}" dt="2021-08-19T13:56:18.809" v="184" actId="20577"/>
          <ac:spMkLst>
            <pc:docMk/>
            <pc:sldMk cId="639399535" sldId="314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4:01:44.876" v="206" actId="20577"/>
        <pc:sldMkLst>
          <pc:docMk/>
          <pc:sldMk cId="1398439132" sldId="316"/>
        </pc:sldMkLst>
        <pc:spChg chg="mod">
          <ac:chgData name="YAN LUO" userId="" providerId="" clId="Web-{B63C8988-E1D3-4A52-8229-FA8C5EBD2ECD}" dt="2021-08-19T14:01:44.876" v="206" actId="20577"/>
          <ac:spMkLst>
            <pc:docMk/>
            <pc:sldMk cId="1398439132" sldId="316"/>
            <ac:spMk id="5" creationId="{1B07C49E-AFFC-EC46-8930-E4D428F5F943}"/>
          </ac:spMkLst>
        </pc:spChg>
      </pc:sldChg>
    </pc:docChg>
  </pc:docChgLst>
  <pc:docChgLst>
    <pc:chgData name="annaasgaraly@ibm.com" clId="Web-{3BA0D230-C853-4667-83F9-D85E65BD4B24}"/>
    <pc:docChg chg="modSld">
      <pc:chgData name="annaasgaraly@ibm.com" userId="" providerId="" clId="Web-{3BA0D230-C853-4667-83F9-D85E65BD4B24}" dt="2021-08-19T16:32:24.566" v="1"/>
      <pc:docMkLst>
        <pc:docMk/>
      </pc:docMkLst>
      <pc:sldChg chg="mod setBg">
        <pc:chgData name="annaasgaraly@ibm.com" userId="" providerId="" clId="Web-{3BA0D230-C853-4667-83F9-D85E65BD4B24}" dt="2021-08-19T16:32:24.566" v="1"/>
        <pc:sldMkLst>
          <pc:docMk/>
          <pc:sldMk cId="178270660" sldId="284"/>
        </pc:sldMkLst>
      </pc:sldChg>
      <pc:sldChg chg="mod setBg">
        <pc:chgData name="annaasgaraly@ibm.com" userId="" providerId="" clId="Web-{3BA0D230-C853-4667-83F9-D85E65BD4B24}" dt="2021-08-19T16:32:07.268" v="0"/>
        <pc:sldMkLst>
          <pc:docMk/>
          <pc:sldMk cId="1023352497" sldId="294"/>
        </pc:sldMkLst>
      </pc:sldChg>
    </pc:docChg>
  </pc:docChgLst>
  <pc:docChgLst>
    <pc:chgData name="YAN LUO" clId="Web-{86B35720-4193-446F-B2D5-9AD9984A55EF}"/>
    <pc:docChg chg="modSld">
      <pc:chgData name="YAN LUO" userId="" providerId="" clId="Web-{86B35720-4193-446F-B2D5-9AD9984A55EF}" dt="2021-08-19T14:59:05.021" v="263" actId="20577"/>
      <pc:docMkLst>
        <pc:docMk/>
      </pc:docMkLst>
      <pc:sldChg chg="modSp">
        <pc:chgData name="YAN LUO" userId="" providerId="" clId="Web-{86B35720-4193-446F-B2D5-9AD9984A55EF}" dt="2021-08-19T14:59:05.021" v="263" actId="20577"/>
        <pc:sldMkLst>
          <pc:docMk/>
          <pc:sldMk cId="2459446073" sldId="289"/>
        </pc:sldMkLst>
        <pc:spChg chg="mod">
          <ac:chgData name="YAN LUO" userId="" providerId="" clId="Web-{86B35720-4193-446F-B2D5-9AD9984A55EF}" dt="2021-08-19T14:59:05.021" v="263" actId="20577"/>
          <ac:spMkLst>
            <pc:docMk/>
            <pc:sldMk cId="2459446073" sldId="289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37.479" v="115" actId="20577"/>
        <pc:sldMkLst>
          <pc:docMk/>
          <pc:sldMk cId="981671777" sldId="296"/>
        </pc:sldMkLst>
        <pc:spChg chg="mod">
          <ac:chgData name="YAN LUO" userId="" providerId="" clId="Web-{86B35720-4193-446F-B2D5-9AD9984A55EF}" dt="2021-08-19T14:15:37.479" v="115" actId="20577"/>
          <ac:spMkLst>
            <pc:docMk/>
            <pc:sldMk cId="981671777" sldId="296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07:37.968" v="1" actId="20577"/>
        <pc:sldMkLst>
          <pc:docMk/>
          <pc:sldMk cId="1398439132" sldId="316"/>
        </pc:sldMkLst>
        <pc:spChg chg="mod">
          <ac:chgData name="YAN LUO" userId="" providerId="" clId="Web-{86B35720-4193-446F-B2D5-9AD9984A55EF}" dt="2021-08-19T14:07:37.968" v="1" actId="20577"/>
          <ac:spMkLst>
            <pc:docMk/>
            <pc:sldMk cId="1398439132" sldId="316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2:24.459" v="39" actId="20577"/>
        <pc:sldMkLst>
          <pc:docMk/>
          <pc:sldMk cId="3975168428" sldId="317"/>
        </pc:sldMkLst>
        <pc:spChg chg="mod">
          <ac:chgData name="YAN LUO" userId="" providerId="" clId="Web-{86B35720-4193-446F-B2D5-9AD9984A55EF}" dt="2021-08-19T14:10:01.737" v="18" actId="20577"/>
          <ac:spMkLst>
            <pc:docMk/>
            <pc:sldMk cId="3975168428" sldId="317"/>
            <ac:spMk id="3" creationId="{04523243-E4D6-45EC-97C8-D44398FB7417}"/>
          </ac:spMkLst>
        </pc:spChg>
        <pc:spChg chg="mod">
          <ac:chgData name="YAN LUO" userId="" providerId="" clId="Web-{86B35720-4193-446F-B2D5-9AD9984A55EF}" dt="2021-08-19T14:12:24.459" v="39" actId="20577"/>
          <ac:spMkLst>
            <pc:docMk/>
            <pc:sldMk cId="3975168428" sldId="317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56.635" v="140" actId="20577"/>
        <pc:sldMkLst>
          <pc:docMk/>
          <pc:sldMk cId="239597884" sldId="318"/>
        </pc:sldMkLst>
        <pc:spChg chg="mod">
          <ac:chgData name="YAN LUO" userId="" providerId="" clId="Web-{86B35720-4193-446F-B2D5-9AD9984A55EF}" dt="2021-08-19T14:15:56.635" v="140" actId="20577"/>
          <ac:spMkLst>
            <pc:docMk/>
            <pc:sldMk cId="239597884" sldId="318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6:10.167" v="168" actId="20577"/>
        <pc:sldMkLst>
          <pc:docMk/>
          <pc:sldMk cId="232499080" sldId="319"/>
        </pc:sldMkLst>
        <pc:spChg chg="mod">
          <ac:chgData name="YAN LUO" userId="" providerId="" clId="Web-{86B35720-4193-446F-B2D5-9AD9984A55EF}" dt="2021-08-19T14:16:10.167" v="168" actId="20577"/>
          <ac:spMkLst>
            <pc:docMk/>
            <pc:sldMk cId="232499080" sldId="319"/>
            <ac:spMk id="5" creationId="{85D9F803-CDBC-C74C-AF1B-2B5937D1C241}"/>
          </ac:spMkLst>
        </pc:spChg>
      </pc:sldChg>
      <pc:sldChg chg="modSp addCm">
        <pc:chgData name="YAN LUO" userId="" providerId="" clId="Web-{86B35720-4193-446F-B2D5-9AD9984A55EF}" dt="2021-08-19T14:58:05.144" v="175"/>
        <pc:sldMkLst>
          <pc:docMk/>
          <pc:sldMk cId="700132931" sldId="322"/>
        </pc:sldMkLst>
        <pc:spChg chg="mod">
          <ac:chgData name="YAN LUO" userId="" providerId="" clId="Web-{86B35720-4193-446F-B2D5-9AD9984A55EF}" dt="2021-08-19T14:17:04.699" v="171" actId="20577"/>
          <ac:spMkLst>
            <pc:docMk/>
            <pc:sldMk cId="700132931" sldId="322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7:12.528" v="174" actId="20577"/>
        <pc:sldMkLst>
          <pc:docMk/>
          <pc:sldMk cId="1866160706" sldId="323"/>
        </pc:sldMkLst>
        <pc:spChg chg="mod">
          <ac:chgData name="YAN LUO" userId="" providerId="" clId="Web-{86B35720-4193-446F-B2D5-9AD9984A55EF}" dt="2021-08-19T14:17:12.528" v="174" actId="20577"/>
          <ac:spMkLst>
            <pc:docMk/>
            <pc:sldMk cId="1866160706" sldId="323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58:49.817" v="250" actId="20577"/>
        <pc:sldMkLst>
          <pc:docMk/>
          <pc:sldMk cId="252359608" sldId="324"/>
        </pc:sldMkLst>
        <pc:spChg chg="mod">
          <ac:chgData name="YAN LUO" userId="" providerId="" clId="Web-{86B35720-4193-446F-B2D5-9AD9984A55EF}" dt="2021-08-19T14:58:49.817" v="250" actId="20577"/>
          <ac:spMkLst>
            <pc:docMk/>
            <pc:sldMk cId="252359608" sldId="324"/>
            <ac:spMk id="5" creationId="{85D9F803-CDBC-C74C-AF1B-2B5937D1C241}"/>
          </ac:spMkLst>
        </pc:spChg>
      </pc:sldChg>
    </pc:docChg>
  </pc:docChgLst>
  <pc:docChgLst>
    <pc:chgData name="annaasgaraly@ibm.com" clId="Web-{10340FDF-B15C-4CFF-B487-146F9B98A252}"/>
    <pc:docChg chg="modSld">
      <pc:chgData name="annaasgaraly@ibm.com" userId="" providerId="" clId="Web-{10340FDF-B15C-4CFF-B487-146F9B98A252}" dt="2021-08-10T21:47:37.589" v="27"/>
      <pc:docMkLst>
        <pc:docMk/>
      </pc:docMkLst>
      <pc:sldChg chg="mod setBg">
        <pc:chgData name="annaasgaraly@ibm.com" userId="" providerId="" clId="Web-{10340FDF-B15C-4CFF-B487-146F9B98A252}" dt="2021-08-10T21:45:57.511" v="22"/>
        <pc:sldMkLst>
          <pc:docMk/>
          <pc:sldMk cId="3181088097" sldId="278"/>
        </pc:sldMkLst>
      </pc:sldChg>
      <pc:sldChg chg="mod setBg">
        <pc:chgData name="annaasgaraly@ibm.com" userId="" providerId="" clId="Web-{10340FDF-B15C-4CFF-B487-146F9B98A252}" dt="2021-08-10T21:39:24.478" v="2"/>
        <pc:sldMkLst>
          <pc:docMk/>
          <pc:sldMk cId="178270660" sldId="284"/>
        </pc:sldMkLst>
      </pc:sldChg>
      <pc:sldChg chg="mod setBg">
        <pc:chgData name="annaasgaraly@ibm.com" userId="" providerId="" clId="Web-{10340FDF-B15C-4CFF-B487-146F9B98A252}" dt="2021-08-10T21:46:27.417" v="25"/>
        <pc:sldMkLst>
          <pc:docMk/>
          <pc:sldMk cId="1290394134" sldId="288"/>
        </pc:sldMkLst>
      </pc:sldChg>
      <pc:sldChg chg="mod setBg">
        <pc:chgData name="annaasgaraly@ibm.com" userId="" providerId="" clId="Web-{10340FDF-B15C-4CFF-B487-146F9B98A252}" dt="2021-08-10T21:46:06.604" v="23"/>
        <pc:sldMkLst>
          <pc:docMk/>
          <pc:sldMk cId="1023352497" sldId="294"/>
        </pc:sldMkLst>
      </pc:sldChg>
      <pc:sldChg chg="mod setBg">
        <pc:chgData name="annaasgaraly@ibm.com" userId="" providerId="" clId="Web-{10340FDF-B15C-4CFF-B487-146F9B98A252}" dt="2021-08-10T21:47:37.589" v="27"/>
        <pc:sldMkLst>
          <pc:docMk/>
          <pc:sldMk cId="3093198887" sldId="298"/>
        </pc:sldMkLst>
      </pc:sldChg>
      <pc:sldChg chg="mod setBg">
        <pc:chgData name="annaasgaraly@ibm.com" userId="" providerId="" clId="Web-{10340FDF-B15C-4CFF-B487-146F9B98A252}" dt="2021-08-10T21:46:43.870" v="26"/>
        <pc:sldMkLst>
          <pc:docMk/>
          <pc:sldMk cId="733461713" sldId="321"/>
        </pc:sldMkLst>
      </pc:sldChg>
      <pc:sldChg chg="modSp mod setBg">
        <pc:chgData name="annaasgaraly@ibm.com" userId="" providerId="" clId="Web-{10340FDF-B15C-4CFF-B487-146F9B98A252}" dt="2021-08-10T21:42:44.994" v="17" actId="1076"/>
        <pc:sldMkLst>
          <pc:docMk/>
          <pc:sldMk cId="1277611629" sldId="327"/>
        </pc:sldMkLst>
        <pc:spChg chg="mod">
          <ac:chgData name="annaasgaraly@ibm.com" userId="" providerId="" clId="Web-{10340FDF-B15C-4CFF-B487-146F9B98A252}" dt="2021-08-10T21:42:44.994" v="17" actId="1076"/>
          <ac:spMkLst>
            <pc:docMk/>
            <pc:sldMk cId="1277611629" sldId="327"/>
            <ac:spMk id="6" creationId="{2C36AF9D-A911-994B-90EA-013D4CDA5604}"/>
          </ac:spMkLst>
        </pc:spChg>
      </pc:sldChg>
      <pc:sldChg chg="modSp mod setBg">
        <pc:chgData name="annaasgaraly@ibm.com" userId="" providerId="" clId="Web-{10340FDF-B15C-4CFF-B487-146F9B98A252}" dt="2021-08-10T21:41:36.353" v="12" actId="1076"/>
        <pc:sldMkLst>
          <pc:docMk/>
          <pc:sldMk cId="661040741" sldId="329"/>
        </pc:sldMkLst>
        <pc:picChg chg="mod">
          <ac:chgData name="annaasgaraly@ibm.com" userId="" providerId="" clId="Web-{10340FDF-B15C-4CFF-B487-146F9B98A252}" dt="2021-08-10T21:41:36.338" v="9" actId="1076"/>
          <ac:picMkLst>
            <pc:docMk/>
            <pc:sldMk cId="661040741" sldId="329"/>
            <ac:picMk id="8" creationId="{F88AB437-E43C-436D-B35E-51887C103800}"/>
          </ac:picMkLst>
        </pc:picChg>
        <pc:picChg chg="mod">
          <ac:chgData name="annaasgaraly@ibm.com" userId="" providerId="" clId="Web-{10340FDF-B15C-4CFF-B487-146F9B98A252}" dt="2021-08-10T21:41:36.338" v="10" actId="1076"/>
          <ac:picMkLst>
            <pc:docMk/>
            <pc:sldMk cId="661040741" sldId="329"/>
            <ac:picMk id="9" creationId="{89FBF71A-DDF5-4BAA-B9B5-91B4675FF80E}"/>
          </ac:picMkLst>
        </pc:picChg>
        <pc:picChg chg="mod">
          <ac:chgData name="annaasgaraly@ibm.com" userId="" providerId="" clId="Web-{10340FDF-B15C-4CFF-B487-146F9B98A252}" dt="2021-08-10T21:41:36.338" v="11" actId="1076"/>
          <ac:picMkLst>
            <pc:docMk/>
            <pc:sldMk cId="661040741" sldId="329"/>
            <ac:picMk id="10" creationId="{225AE237-9A47-4E0B-AE8A-DD0CED30B39D}"/>
          </ac:picMkLst>
        </pc:picChg>
        <pc:picChg chg="mod">
          <ac:chgData name="annaasgaraly@ibm.com" userId="" providerId="" clId="Web-{10340FDF-B15C-4CFF-B487-146F9B98A252}" dt="2021-08-10T21:41:36.353" v="12" actId="1076"/>
          <ac:picMkLst>
            <pc:docMk/>
            <pc:sldMk cId="661040741" sldId="329"/>
            <ac:picMk id="11" creationId="{E1021DDF-7C74-4FD8-AE38-AFFCC057C8C2}"/>
          </ac:picMkLst>
        </pc:picChg>
      </pc:sldChg>
      <pc:sldChg chg="delSp">
        <pc:chgData name="annaasgaraly@ibm.com" userId="" providerId="" clId="Web-{10340FDF-B15C-4CFF-B487-146F9B98A252}" dt="2021-08-10T21:41:45.322" v="13"/>
        <pc:sldMkLst>
          <pc:docMk/>
          <pc:sldMk cId="724038033" sldId="330"/>
        </pc:sldMkLst>
        <pc:picChg chg="del">
          <ac:chgData name="annaasgaraly@ibm.com" userId="" providerId="" clId="Web-{10340FDF-B15C-4CFF-B487-146F9B98A252}" dt="2021-08-10T21:41:45.322" v="13"/>
          <ac:picMkLst>
            <pc:docMk/>
            <pc:sldMk cId="724038033" sldId="330"/>
            <ac:picMk id="5" creationId="{CB1F49FF-991F-486B-915B-B77CF4EFA4FC}"/>
          </ac:picMkLst>
        </pc:picChg>
      </pc:sldChg>
      <pc:sldChg chg="delSp">
        <pc:chgData name="annaasgaraly@ibm.com" userId="" providerId="" clId="Web-{10340FDF-B15C-4CFF-B487-146F9B98A252}" dt="2021-08-10T21:41:47.681" v="14"/>
        <pc:sldMkLst>
          <pc:docMk/>
          <pc:sldMk cId="1980221439" sldId="331"/>
        </pc:sldMkLst>
        <pc:picChg chg="del">
          <ac:chgData name="annaasgaraly@ibm.com" userId="" providerId="" clId="Web-{10340FDF-B15C-4CFF-B487-146F9B98A252}" dt="2021-08-10T21:41:47.681" v="14"/>
          <ac:picMkLst>
            <pc:docMk/>
            <pc:sldMk cId="1980221439" sldId="331"/>
            <ac:picMk id="2" creationId="{8A66F7ED-A8F1-451C-8775-2EC870DFBB7B}"/>
          </ac:picMkLst>
        </pc:picChg>
      </pc:sldChg>
      <pc:sldChg chg="delSp">
        <pc:chgData name="annaasgaraly@ibm.com" userId="" providerId="" clId="Web-{10340FDF-B15C-4CFF-B487-146F9B98A252}" dt="2021-08-10T21:41:49.431" v="15"/>
        <pc:sldMkLst>
          <pc:docMk/>
          <pc:sldMk cId="2560061391" sldId="332"/>
        </pc:sldMkLst>
        <pc:picChg chg="del">
          <ac:chgData name="annaasgaraly@ibm.com" userId="" providerId="" clId="Web-{10340FDF-B15C-4CFF-B487-146F9B98A252}" dt="2021-08-10T21:41:49.431" v="15"/>
          <ac:picMkLst>
            <pc:docMk/>
            <pc:sldMk cId="2560061391" sldId="332"/>
            <ac:picMk id="3" creationId="{5183A175-625A-4E5B-9091-5DB0C0491680}"/>
          </ac:picMkLst>
        </pc:pic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D167474-952B-AC43-BEC3-541C80E3FD9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6DC1C6-1287-2C4A-84C8-98EFD82F9A6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1B1DFE-DEC1-F84C-B64B-0BC4AFB87332}" type="datetimeFigureOut">
              <a:rPr lang="en-US" smtClean="0"/>
              <a:t>1/27/22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322D0-710C-764D-ADE9-C566FF3B05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2A2AE0-FDA0-1248-8D07-A5244E897E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1E733-BECA-E944-9B7F-321864631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0155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1/27/22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315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275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665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50334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2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E525-4063-4C4F-8334-FBA02DB69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4EC97-9D34-BE48-9367-02F3BA148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B8E19-FEF2-7A4B-8575-5AFEB134BC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A4E28-3138-784C-8CBB-8586D8EE0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07D0F-3645-6B43-9AD7-76219957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83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3CE8-FC8A-B648-971E-6DC96997A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34958-58AE-3F4E-8C00-440B25A93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72462-6007-A64A-86E6-F5ED46C8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379FD-EE00-8243-9FA5-BC4C116F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2C754-6A4A-424A-B972-C341147C4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1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B8FC9-14F0-064F-BEB7-9DA0B5822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65333-3885-5246-9997-584B94433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3D495-0AB7-4245-BD03-FEF725EE8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3532B-22A8-4948-8614-690AB67FC7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5A5D6-868E-4849-A5DA-84702CEDF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82E35-43FC-E946-AA84-7E00546A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83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4121-1457-7D45-BFFD-BECD66497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09A76-C125-0945-BCD8-FF2A0498A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42CC-BC3F-664E-A6C2-3854B8D4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FA8D54-9ED9-E345-B69E-FF5D485B1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9B295F-F3C2-5646-A5F3-194FE6EFEB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516157-5FC9-E841-A6FC-14EBCFDEC6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4E072-D5B7-D647-82C0-40BEAE85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A73D6E-2A82-7344-BB8C-513E6DA4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103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B4CE-9E7B-564C-A6C3-DCABF996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8A31D-92A5-DF47-9C3A-9F9C1CF8FC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7EADA-8BC4-974C-BBA1-7390F15FD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EC0A8-C281-FF40-A774-EAF6089BB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588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27EBC-C9EC-5844-B3BF-5151B2F7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664BF-C7CE-DC46-9D6D-A9335EE9D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AAD4E-B732-E349-8793-C20A3D6B7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2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A651-FEEA-2140-82D8-9C06A36F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2DAEA-C881-354D-A17E-2A95857F0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148C2-62EB-B446-BB7C-69F5E4806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4D069-D155-9141-9045-DB41904753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EE34C-EABB-6848-A341-7CA0C2937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C04AAD-C125-DD44-8102-9F288208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351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D611A-FFDF-C848-A433-C5B125C4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6C0E97-AC3D-784B-96B7-0D18B5A35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37986-0214-C348-AB5F-D54BF2881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6860A9-8610-9347-BAE7-F23CCA13E5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249D7C-BCAA-DE44-AE89-5178DA8D8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5319C3-A65D-764B-BD49-57D0082AE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313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DD383-EB92-5540-96BB-199B7760E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FED7B-4DA5-4346-B7E2-D18782430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B5F2C-52A9-3047-A473-9FFC051518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041C9-0677-664D-B2BB-69B0A6A7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34EA4-D670-2C41-9EF4-392023D22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49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05DB93-A58E-714C-BD6E-76F1D21AEA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F83819-F149-7645-A0DD-B53DD9D84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B065F-A67E-EF4E-A12F-EB30F584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E9D5F-8CC5-8740-9426-35E9D812F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1DE0B-93CB-5C41-B581-C00D0F9F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9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D30FDD2-E0CC-3E4C-A49E-91BE8BE036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78290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10309"/>
      </p:ext>
    </p:extLst>
  </p:cSld>
  <p:clrMapOvr>
    <a:masterClrMapping/>
  </p:clrMapOvr>
  <p:transition spd="slow">
    <p:push dir="u"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5B246-E282-3742-BD72-B1BCDC5A6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rgbClr val="1C7DDB"/>
                </a:solidFill>
                <a:latin typeface="Abadi" panose="020B0604020104020204" pitchFamily="34" charset="0"/>
              </a:defRPr>
            </a:lvl1pPr>
          </a:lstStyle>
          <a:p>
            <a:fld id="{A190C97C-0095-2443-AC12-FA4CBA4ACD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310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s://github.com/DanielEspinosaLuengo/IBM-Data-Science-Professional-Certificate/blob/main/10-Applied-Data-Science-Capstone/jupyter-labs-spacex-data-collection-api-v2.ipynb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s://github.com/DanielEspinosaLuengo/IBM-Data-Science-Professional-Certificate/blob/main/10-Applied-Data-Science-Capstone/jupyter-labs-webscraping.ipynb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s://github.com/DanielEspinosaLuengo/IBM-Data-Science-Professional-Certificate/blob/main/10-Applied-Data-Science-Capstone/labs-jupyter-spacex-Data%20wrangling-v2.ipynb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s://github.com/DanielEspinosaLuengo/IBM-Data-Science-Professional-Certificate/blob/main/10-Applied-Data-Science-Capstone/jupyter-labs-eda-dataviz-v2.ipynb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s://github.com/DanielEspinosaLuengo/IBM-Data-Science-Professional-Certificate/blob/main/10-Applied-Data-Science-Capstone/jupyter-labs-eda-sql-coursera_sqllite.ipynb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s://github.com/DanielEspinosaLuengo/IBM-Data-Science-Professional-Certificate/blob/main/10-Applied-Data-Science-Capstone/lab-jupyter-launch-site-location-v2.ipynb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s://github.com/DanielEspinosaLuengo/IBM-Data-Science-Professional-Certificate/blob/main/10-Applied-Data-Science-Capstone/spacex_dash_app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s://github.com/DanielEspinosaLuengo/IBM-Data-Science-Professional-Certificate/blob/main/10-Applied-Data-Science-Capstone/SpaceX-Machine-Learning-Prediction-Part-5-v1.ipyn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e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IBM Skills Network Logo - Horizontal-noai copy.png">
            <a:extLst>
              <a:ext uri="{FF2B5EF4-FFF2-40B4-BE49-F238E27FC236}">
                <a16:creationId xmlns:a16="http://schemas.microsoft.com/office/drawing/2014/main" id="{4F94DBE5-2DCC-401E-95AA-12E04A97F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820" y="676828"/>
            <a:ext cx="2104103" cy="6291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5256" y="4773168"/>
            <a:ext cx="6400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Arial"/>
              </a:defRPr>
            </a:pPr>
            <a:r>
              <a:t>Daniel Espinosa Luengo  |  October 2026</a:t>
            </a:r>
          </a:p>
        </p:txBody>
      </p:sp>
    </p:spTree>
    <p:extLst>
      <p:ext uri="{BB962C8B-B14F-4D97-AF65-F5344CB8AC3E}">
        <p14:creationId xmlns:p14="http://schemas.microsoft.com/office/powerpoint/2010/main" val="127761162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Executive summary and research question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Methods: collection, wrangling, SQL, EDA, mapping and dashboards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Results from exploratory analysis and classification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Conclusions, limitations and project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2403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I analyzed 90 historical Falcon 9 launches using IBM course data (2010–2020).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overall recorded booster landing success rate is 66.7% (60/90).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I cleaned the records, explored locations, payloads and orbits, and used four classification models.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Logistic regression, SVM and KNN each reached 83.3% accuracy on the same test 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80221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SpaceX develops reusable rocket boosters. This project looks at the first-stage landing outcome rather than mission success.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Question: Can historical launch information help explain and predict whether a booster lands successfully?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I compare flight order, payload mass, launch site, orbit and booster features.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60061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3198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Methodology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Data: IBM SpaceX API snapshot and Wikipedia scraping exercise.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Cleaning: missing values, outcome labels and one-hot categorical encoding.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Analysis: pandas, SQL, seaborn/matplotlib, Folium and Plotly Dash.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Prediction: train/test split, scaling, grid search with 10-fold CV, test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553432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Data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SpaceX API archive → JSON records → pandas DataFrame.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Wikipedia HTML → BeautifulSoup → launch tables.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API server returned HTTP 525 during execution; the archived IBM JSON/CSV was used to continue.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I kept the data-source distinction in the report.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288665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SpaceX API Data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572768"/>
            <a:ext cx="1014984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1. Load historical launch JSON from IBM course mirror.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2. Normalize the nested JSON into a DataFrame.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3. Identify Falcon 9 launches and launch attributes.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4. Keep 90 launches for the later exercises.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Notebook and executed outputs: see the linked GitHub project.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943600"/>
            <a:ext cx="10058400" cy="237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1250B7"/>
                </a:solidFill>
              </a:defRPr>
            </a:pPr>
            <a:r>
              <a:t>https://github.com/DanielEspinosaLuengo/IBM-Data-Science-Professional-Certificate/tree/main/10-Applied-Data-Science-Capstone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108192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D539F"/>
                </a:solidFill>
              </a:defRPr>
            </a:pPr>
            <a:r>
              <a:rPr>
                <a:hlinkClick r:id="rId3"/>
              </a:rPr>
              <a:t>Notebook/source: jupyter-labs-spacex-data-collection-api-v2.ipynb</a:t>
            </a:r>
          </a:p>
        </p:txBody>
      </p:sp>
    </p:spTree>
    <p:extLst>
      <p:ext uri="{BB962C8B-B14F-4D97-AF65-F5344CB8AC3E}">
        <p14:creationId xmlns:p14="http://schemas.microsoft.com/office/powerpoint/2010/main" val="280316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Wikipedia Web Scraping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572768"/>
            <a:ext cx="1014984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1. Download the Falcon 9 launch-history HTML.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2. Parse launch tables with BeautifulSoup.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3. Extract dates, booster versions, payloads, launch sites and outcomes.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4. Handle missing hyperlinks by extracting cell text.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scraping exercise uses a separate historical table from the API snapshot.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943600"/>
            <a:ext cx="10058400" cy="237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1250B7"/>
                </a:solidFill>
              </a:defRPr>
            </a:pPr>
            <a:r>
              <a:t>https://github.com/DanielEspinosaLuengo/IBM-Data-Science-Professional-Certificate/tree/main/10-Applied-Data-Science-Capstone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108192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D539F"/>
                </a:solidFill>
              </a:defRPr>
            </a:pPr>
            <a:r>
              <a:rPr>
                <a:hlinkClick r:id="rId3"/>
              </a:rPr>
              <a:t>Notebook/source: jupyter-labs-webscraping.ipynb</a:t>
            </a:r>
          </a:p>
        </p:txBody>
      </p:sp>
    </p:spTree>
    <p:extLst>
      <p:ext uri="{BB962C8B-B14F-4D97-AF65-F5344CB8AC3E}">
        <p14:creationId xmlns:p14="http://schemas.microsoft.com/office/powerpoint/2010/main" val="1385553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Data Wrangling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572768"/>
            <a:ext cx="1014984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final modeling table contains 90 observations.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Map landing outcomes to binary Class: 1 = successful landing; 0 = other outcome.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Fill missing payload mass where required; inspect missing landing-pad values.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One-hot encode orbit, launch site, landing pad and booster serial.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resulting feature table has 80 columns.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943600"/>
            <a:ext cx="10058400" cy="237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1250B7"/>
                </a:solidFill>
              </a:defRPr>
            </a:pPr>
            <a:r>
              <a:t>https://github.com/DanielEspinosaLuengo/IBM-Data-Science-Professional-Certificate/tree/main/10-Applied-Data-Science-Capstone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108192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D539F"/>
                </a:solidFill>
              </a:defRPr>
            </a:pPr>
            <a:r>
              <a:rPr>
                <a:hlinkClick r:id="rId3"/>
              </a:rPr>
              <a:t>Notebook/source: labs-jupyter-spacex-Data wrangling-v2.ipynb</a:t>
            </a:r>
          </a:p>
        </p:txBody>
      </p:sp>
    </p:spTree>
    <p:extLst>
      <p:ext uri="{BB962C8B-B14F-4D97-AF65-F5344CB8AC3E}">
        <p14:creationId xmlns:p14="http://schemas.microsoft.com/office/powerpoint/2010/main" val="2987552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EDA with Visualization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572768"/>
            <a:ext cx="1014984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Scatterplots compare flight number and payload mass across launch sites and orbits.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A bar chart summarizes success rate by orbit.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A line chart shows the yearly landing-success pattern.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I use color to distinguish successful and unsuccessful booster landings.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943600"/>
            <a:ext cx="10058400" cy="237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1250B7"/>
                </a:solidFill>
              </a:defRPr>
            </a:pPr>
            <a:r>
              <a:t>https://github.com/DanielEspinosaLuengo/IBM-Data-Science-Professional-Certificate/tree/main/10-Applied-Data-Science-Capstone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108192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D539F"/>
                </a:solidFill>
              </a:defRPr>
            </a:pPr>
            <a:r>
              <a:rPr>
                <a:hlinkClick r:id="rId3"/>
              </a:rPr>
              <a:t>Notebook/source: jupyter-labs-eda-dataviz-v2.ipynb</a:t>
            </a:r>
          </a:p>
        </p:txBody>
      </p:sp>
    </p:spTree>
    <p:extLst>
      <p:ext uri="{BB962C8B-B14F-4D97-AF65-F5344CB8AC3E}">
        <p14:creationId xmlns:p14="http://schemas.microsoft.com/office/powerpoint/2010/main" val="779971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EDA with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572768"/>
            <a:ext cx="1014984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Queries used SELECT DISTINCT, WHERE, LIKE, GROUP BY, COUNT, SUM, AVG, MIN/MAX and date conditions.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Questions included unique launch sites, NASA payload mass, early landing dates and outcome counts.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exercise database is a separate launch-history table and is not identical to the 90-row API sample.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943600"/>
            <a:ext cx="10058400" cy="237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1250B7"/>
                </a:solidFill>
              </a:defRPr>
            </a:pPr>
            <a:r>
              <a:t>https://github.com/DanielEspinosaLuengo/IBM-Data-Science-Professional-Certificate/tree/main/10-Applied-Data-Science-Capstone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108192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D539F"/>
                </a:solidFill>
              </a:defRPr>
            </a:pPr>
            <a:r>
              <a:rPr>
                <a:hlinkClick r:id="rId3"/>
              </a:rPr>
              <a:t>Notebook/source: jupyter-labs-eda-sql-coursera_sqllite.ipynb</a:t>
            </a:r>
          </a:p>
        </p:txBody>
      </p:sp>
    </p:spTree>
    <p:extLst>
      <p:ext uri="{BB962C8B-B14F-4D97-AF65-F5344CB8AC3E}">
        <p14:creationId xmlns:p14="http://schemas.microsoft.com/office/powerpoint/2010/main" val="1578726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Interactive Map with Folium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572768"/>
            <a:ext cx="1014984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Site markers show launch-site positions and landing outcomes.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Color-coded markers make success and failure easier to compare.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Circles, lines and proximity checks help explore geographic context.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HTML map is saved as a separate project artifact.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943600"/>
            <a:ext cx="10058400" cy="237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1250B7"/>
                </a:solidFill>
              </a:defRPr>
            </a:pPr>
            <a:r>
              <a:t>https://github.com/DanielEspinosaLuengo/IBM-Data-Science-Professional-Certificate/tree/main/10-Applied-Data-Science-Capstone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108192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D539F"/>
                </a:solidFill>
              </a:defRPr>
            </a:pPr>
            <a:r>
              <a:rPr>
                <a:hlinkClick r:id="rId3"/>
              </a:rPr>
              <a:t>Notebook/source: lab-jupyter-launch-site-location-v2.ipynb</a:t>
            </a:r>
          </a:p>
        </p:txBody>
      </p:sp>
    </p:spTree>
    <p:extLst>
      <p:ext uri="{BB962C8B-B14F-4D97-AF65-F5344CB8AC3E}">
        <p14:creationId xmlns:p14="http://schemas.microsoft.com/office/powerpoint/2010/main" val="148114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Plotly Dash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572768"/>
            <a:ext cx="1014984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Dropdown: All Sites or a selected launch site.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Pie chart: share of successful landings by site or outcome split at one site.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Payload slider filters the mass range shown in the scatterplot.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Point colors show booster version categories.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screenshots included later were captured from the running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943600"/>
            <a:ext cx="10058400" cy="237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1250B7"/>
                </a:solidFill>
              </a:defRPr>
            </a:pPr>
            <a:r>
              <a:t>https://github.com/DanielEspinosaLuengo/IBM-Data-Science-Professional-Certificate/tree/main/10-Applied-Data-Science-Capstone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108192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D539F"/>
                </a:solidFill>
              </a:defRPr>
            </a:pPr>
            <a:r>
              <a:rPr>
                <a:hlinkClick r:id="rId3"/>
              </a:rPr>
              <a:t>Notebook/source: spacex_dash_app.py</a:t>
            </a:r>
          </a:p>
        </p:txBody>
      </p:sp>
    </p:spTree>
    <p:extLst>
      <p:ext uri="{BB962C8B-B14F-4D97-AF65-F5344CB8AC3E}">
        <p14:creationId xmlns:p14="http://schemas.microsoft.com/office/powerpoint/2010/main" val="334532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Predictive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572768"/>
            <a:ext cx="10149840" cy="4297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80 input features and binary outcome target.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Standardize predictors, split into train and test sets.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Tune logistic regression, SVM, KNN and decision tree using GridSearchCV.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Compare all models on the same held-out test records.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Accuracy reflects this historical course sample, not future rocket performance.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943600"/>
            <a:ext cx="10058400" cy="237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1250B7"/>
                </a:solidFill>
              </a:defRPr>
            </a:pPr>
            <a:r>
              <a:t>https://github.com/DanielEspinosaLuengo/IBM-Data-Science-Professional-Certificate/tree/main/10-Applied-Data-Science-Capstone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108192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D539F"/>
                </a:solidFill>
              </a:defRPr>
            </a:pPr>
            <a:r>
              <a:rPr>
                <a:hlinkClick r:id="rId3"/>
              </a:rPr>
              <a:t>Notebook/source: SpaceX-Machine-Learning-Prediction-Part-5-v1.ipynb</a:t>
            </a:r>
          </a:p>
        </p:txBody>
      </p:sp>
    </p:spTree>
    <p:extLst>
      <p:ext uri="{BB962C8B-B14F-4D97-AF65-F5344CB8AC3E}">
        <p14:creationId xmlns:p14="http://schemas.microsoft.com/office/powerpoint/2010/main" val="1813711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Results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90 Falcon 9 launches, 60 recorded successful booster landings.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Success varies across launch sites and orbit categories.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Yearly success becomes more frequent in later years, with fluctuations.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Three classification models tied at 83.3% test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21008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270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Flight Number vs. Launch Site</a:t>
            </a:r>
          </a:p>
        </p:txBody>
      </p:sp>
      <p:pic>
        <p:nvPicPr>
          <p:cNvPr id="5" name="Picture 4" descr="flight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69022"/>
            <a:ext cx="10652760" cy="40571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833872"/>
            <a:ext cx="103327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300" b="0">
                <a:solidFill>
                  <a:srgbClr val="495A71"/>
                </a:solidFill>
              </a:defRPr>
            </a:pPr>
            <a:r>
              <a:t>Green = successful landing; red = other outcomes.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865605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Payload vs. Launch Site</a:t>
            </a:r>
          </a:p>
        </p:txBody>
      </p:sp>
      <p:pic>
        <p:nvPicPr>
          <p:cNvPr id="5" name="Picture 4" descr="payload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69022"/>
            <a:ext cx="10652760" cy="40571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833872"/>
            <a:ext cx="103327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300" b="0">
                <a:solidFill>
                  <a:srgbClr val="495A71"/>
                </a:solidFill>
              </a:defRPr>
            </a:pPr>
            <a:r>
              <a:t>Payload distributions vary across the three sites.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8697892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Landing Success by Orbit</a:t>
            </a:r>
          </a:p>
        </p:txBody>
      </p:sp>
      <p:pic>
        <p:nvPicPr>
          <p:cNvPr id="5" name="Picture 4" descr="orbit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9" y="1460022"/>
            <a:ext cx="10652760" cy="40751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833872"/>
            <a:ext cx="103327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300" b="0">
                <a:solidFill>
                  <a:srgbClr val="495A71"/>
                </a:solidFill>
              </a:defRPr>
            </a:pPr>
            <a:r>
              <a:t>Small orbit categories should be interpreted carefully.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80090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Flight Number vs. Orbit</a:t>
            </a:r>
          </a:p>
        </p:txBody>
      </p:sp>
      <p:pic>
        <p:nvPicPr>
          <p:cNvPr id="5" name="Picture 4" descr="flight_or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70460"/>
            <a:ext cx="10652760" cy="4054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833872"/>
            <a:ext cx="103327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300" b="0">
                <a:solidFill>
                  <a:srgbClr val="495A71"/>
                </a:solidFill>
              </a:defRPr>
            </a:pPr>
            <a:r>
              <a:t>Launches are grouped by orbit type and flight order.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1067275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Payload vs. Orbit</a:t>
            </a:r>
          </a:p>
        </p:txBody>
      </p:sp>
      <p:pic>
        <p:nvPicPr>
          <p:cNvPr id="5" name="Picture 4" descr="payload_or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66141"/>
            <a:ext cx="10652760" cy="40628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833872"/>
            <a:ext cx="103327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300" b="0">
                <a:solidFill>
                  <a:srgbClr val="495A71"/>
                </a:solidFill>
              </a:defRPr>
            </a:pPr>
            <a:r>
              <a:t>Payload masses differ by orbit 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1453405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Yearly Success Trend</a:t>
            </a:r>
          </a:p>
        </p:txBody>
      </p:sp>
      <p:pic>
        <p:nvPicPr>
          <p:cNvPr id="5" name="Picture 4" descr="year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9" y="1467582"/>
            <a:ext cx="10652760" cy="40599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833872"/>
            <a:ext cx="103327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300" b="0">
                <a:solidFill>
                  <a:srgbClr val="495A71"/>
                </a:solidFill>
              </a:defRPr>
            </a:pPr>
            <a:r>
              <a:t>Rates tend to improve but are not monotonic.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06594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Unique Launch 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SQL: SELECT DISTINCT Launch_Site FROM SPACEXTBL;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historical SQL table contains CCAFS LC-40, CCAFS SLC-40, KSC LC-39A and VAFB SLC-4E naming variants.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cleaned API sample consolidates the main launch sites into three groups.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886200"/>
            <a:ext cx="10149840" cy="2148840"/>
          </a:xfrm>
          <a:prstGeom prst="roundRect">
            <a:avLst/>
          </a:prstGeom>
          <a:solidFill>
            <a:srgbClr val="E6E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05993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5325F"/>
                </a:solidFill>
              </a:defRPr>
            </a:pPr>
            <a:r>
              <a:t>Query result — distinct launch sites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89704"/>
            <a:ext cx="9555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CCAFS LC-40 · CCAFS SLC-40 · KSC LC-39A · VAFB SLC-4E</a:t>
            </a:r>
          </a:p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The two CCAFS names are kept separate because they are distinct strings in this historical table.</a:t>
            </a:r>
          </a:p>
        </p:txBody>
      </p:sp>
    </p:spTree>
    <p:extLst>
      <p:ext uri="{BB962C8B-B14F-4D97-AF65-F5344CB8AC3E}">
        <p14:creationId xmlns:p14="http://schemas.microsoft.com/office/powerpoint/2010/main" val="2727850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Launch Sites Beginning with CCA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SQL: SELECT * FROM SPACEXTBL WHERE Launch_Site LIKE "CCA%" LIMIT 5;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This filters launches from Cape Canaveral using a prefix match.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LIMIT clause displays five example records rather than the full 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886200"/>
            <a:ext cx="10149840" cy="2148840"/>
          </a:xfrm>
          <a:prstGeom prst="roundRect">
            <a:avLst/>
          </a:prstGeom>
          <a:solidFill>
            <a:srgbClr val="E6E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05993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5325F"/>
                </a:solidFill>
              </a:defRPr>
            </a:pPr>
            <a:r>
              <a:t>Query result — first five matching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89704"/>
            <a:ext cx="9555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2010-06-04  |  CCAFS LC-40  |  F9 v1.0  B0003</a:t>
            </a:r>
          </a:p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2010-12-08  |  CCAFS LC-40  |  F9 v1.0  B0004</a:t>
            </a:r>
          </a:p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2012-05-22  |  CCAFS LC-40  |  F9 v1.0  B0005</a:t>
            </a:r>
          </a:p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2012-10-08  |  CCAFS LC-40  |  F9 v1.0  B0006</a:t>
            </a:r>
          </a:p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2013-03-01  |  CCAFS LC-40  |  F9 v1.0  B0007</a:t>
            </a:r>
          </a:p>
        </p:txBody>
      </p:sp>
    </p:spTree>
    <p:extLst>
      <p:ext uri="{BB962C8B-B14F-4D97-AF65-F5344CB8AC3E}">
        <p14:creationId xmlns:p14="http://schemas.microsoft.com/office/powerpoint/2010/main" val="1794738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NASA Payload Mass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SQL: SELECT SUM(PAYLOAD_MASS__KG_) FROM SPACEXTBL WHERE Customer LIKE "%NASA%";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sum answers how much payload mass NASA-associated missions carried in the SQL table.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Note: the database includes rows not identical to the 90-row modeling sample.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886200"/>
            <a:ext cx="10149840" cy="2148840"/>
          </a:xfrm>
          <a:prstGeom prst="roundRect">
            <a:avLst/>
          </a:prstGeom>
          <a:solidFill>
            <a:srgbClr val="E6E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05993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5325F"/>
                </a:solidFill>
              </a:defRPr>
            </a:pPr>
            <a:r>
              <a:t>Query result — SUM(payload mass)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89704"/>
            <a:ext cx="9555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107,010 kg of payload mass across rows whose Customer field contains “NASA”.</a:t>
            </a:r>
          </a:p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Source: saved SQLite table SPACEXTBL (historical IBM course dataset).</a:t>
            </a:r>
          </a:p>
        </p:txBody>
      </p:sp>
    </p:spTree>
    <p:extLst>
      <p:ext uri="{BB962C8B-B14F-4D97-AF65-F5344CB8AC3E}">
        <p14:creationId xmlns:p14="http://schemas.microsoft.com/office/powerpoint/2010/main" val="4010014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Average Mass — F9 v1.1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SQL: SELECT AVG(PAYLOAD_MASS__KG_) FROM SPACEXTBL WHERE Booster_Version LIKE "F9 v1.1%";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This estimates typical payload mass for the early Falcon 9 v1.1 booster version.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886200"/>
            <a:ext cx="10149840" cy="2148840"/>
          </a:xfrm>
          <a:prstGeom prst="roundRect">
            <a:avLst/>
          </a:prstGeom>
          <a:solidFill>
            <a:srgbClr val="E6E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05993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5325F"/>
                </a:solidFill>
              </a:defRPr>
            </a:pPr>
            <a:r>
              <a:t>Query result — AVG(payload mass)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89704"/>
            <a:ext cx="9555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2,534.67 kg average payload for booster descriptions beginning with “F9 v1.1”.</a:t>
            </a:r>
          </a:p>
        </p:txBody>
      </p:sp>
    </p:spTree>
    <p:extLst>
      <p:ext uri="{BB962C8B-B14F-4D97-AF65-F5344CB8AC3E}">
        <p14:creationId xmlns:p14="http://schemas.microsoft.com/office/powerpoint/2010/main" val="27355605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First Successful Ground Landing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SQL filters Landing_Outcome = "Success (ground pad)" and returns MIN(Date).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First successful Falcon 9 booster landing on solid ground: 2015-12-22 (UTC date in this course table).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886200"/>
            <a:ext cx="10149840" cy="2148840"/>
          </a:xfrm>
          <a:prstGeom prst="roundRect">
            <a:avLst/>
          </a:prstGeom>
          <a:solidFill>
            <a:srgbClr val="E6E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05993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5325F"/>
                </a:solidFill>
              </a:defRPr>
            </a:pPr>
            <a:r>
              <a:t>Query result — MIN(Date)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89704"/>
            <a:ext cx="9555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2015-12-22 — earliest “Success (ground pad)” recorded in the SQL table.</a:t>
            </a:r>
          </a:p>
        </p:txBody>
      </p:sp>
    </p:spTree>
    <p:extLst>
      <p:ext uri="{BB962C8B-B14F-4D97-AF65-F5344CB8AC3E}">
        <p14:creationId xmlns:p14="http://schemas.microsoft.com/office/powerpoint/2010/main" val="1434679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Successful Drone-Ship Landings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SQL filters Landing_Outcome = "Success (drone ship)" and payload mass BETWEEN 4000 AND 6000 kg.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This demonstrates filtering by both numeric payload interval and landing outcome.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886200"/>
            <a:ext cx="10149840" cy="2148840"/>
          </a:xfrm>
          <a:prstGeom prst="roundRect">
            <a:avLst/>
          </a:prstGeom>
          <a:solidFill>
            <a:srgbClr val="E6E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05993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5325F"/>
                </a:solidFill>
              </a:defRPr>
            </a:pPr>
            <a:r>
              <a:t>Query result — four qualifying launches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89704"/>
            <a:ext cx="9555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JCSAT-14 (4,696 kg) · JCSAT-16 (4,600 kg)</a:t>
            </a:r>
          </a:p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SES-10 (5,300 kg) · SES-11 / EchoStar 105 (5,200 kg)</a:t>
            </a:r>
          </a:p>
        </p:txBody>
      </p:sp>
    </p:spTree>
    <p:extLst>
      <p:ext uri="{BB962C8B-B14F-4D97-AF65-F5344CB8AC3E}">
        <p14:creationId xmlns:p14="http://schemas.microsoft.com/office/powerpoint/2010/main" val="6393995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Mission Success and Failure 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SQL uses TRIM(Mission_Outcome), GROUP BY and COUNT(*).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Mission outcome refers to carrying out the flight mission; it is not the same variable as first-stage booster landing success.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course SQL data contains extra outcome variants.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886200"/>
            <a:ext cx="10149840" cy="2148840"/>
          </a:xfrm>
          <a:prstGeom prst="roundRect">
            <a:avLst/>
          </a:prstGeom>
          <a:solidFill>
            <a:srgbClr val="E6E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05993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5325F"/>
                </a:solidFill>
              </a:defRPr>
            </a:pPr>
            <a:r>
              <a:t>Query result — normalized mission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89704"/>
            <a:ext cx="9555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Success: 99 · Failure (in flight): 1 · Success (payload status unclear): 1</a:t>
            </a:r>
          </a:p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A trailing space in one “Success ” entry was removed for grouping.</a:t>
            </a:r>
          </a:p>
        </p:txBody>
      </p:sp>
    </p:spTree>
    <p:extLst>
      <p:ext uri="{BB962C8B-B14F-4D97-AF65-F5344CB8AC3E}">
        <p14:creationId xmlns:p14="http://schemas.microsoft.com/office/powerpoint/2010/main" val="17569726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Maximum Payload Mass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SQL selects MAX(PAYLOAD_MASS__KG_) and the booster versions with this value.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This highlights a record payload launch in the SQL dataset.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Maximum payload in the cleaned 90-launch API dataset: 15,600 kg.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886200"/>
            <a:ext cx="10149840" cy="2148840"/>
          </a:xfrm>
          <a:prstGeom prst="roundRect">
            <a:avLst/>
          </a:prstGeom>
          <a:solidFill>
            <a:srgbClr val="E6E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05993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5325F"/>
                </a:solidFill>
              </a:defRPr>
            </a:pPr>
            <a:r>
              <a:t>Query result — maximum payload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89704"/>
            <a:ext cx="9555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15,600 kg (MAX(PAYLOAD_MASS__KG_)). This is the highest recorded payload in the SQL exercise table.</a:t>
            </a:r>
          </a:p>
        </p:txBody>
      </p:sp>
    </p:spTree>
    <p:extLst>
      <p:ext uri="{BB962C8B-B14F-4D97-AF65-F5344CB8AC3E}">
        <p14:creationId xmlns:p14="http://schemas.microsoft.com/office/powerpoint/2010/main" val="3566646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2015 Drone-Ship Landing Failures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SQL combines year filtering on Date with Landing_Outcome = "Failure (drone ship)".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output provides booster version and launch site for the selected unsuccessful landing attempts.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886200"/>
            <a:ext cx="10149840" cy="2148840"/>
          </a:xfrm>
          <a:prstGeom prst="roundRect">
            <a:avLst/>
          </a:prstGeom>
          <a:solidFill>
            <a:srgbClr val="E6E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05993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5325F"/>
                </a:solidFill>
              </a:defRPr>
            </a:pPr>
            <a:r>
              <a:t>Query result — 2015 drone-ship failures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89704"/>
            <a:ext cx="9555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F9 v1.1 B1012 — CCAFS LC-40</a:t>
            </a:r>
          </a:p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F9 v1.1 B1015 — CCAFS LC-40</a:t>
            </a:r>
          </a:p>
        </p:txBody>
      </p:sp>
    </p:spTree>
    <p:extLst>
      <p:ext uri="{BB962C8B-B14F-4D97-AF65-F5344CB8AC3E}">
        <p14:creationId xmlns:p14="http://schemas.microsoft.com/office/powerpoint/2010/main" val="1398439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Landing Outcomes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SQL groups outcomes between 2010-06-04 and 2017-03-20 and orders counts from most to least frequent.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output distinguishes ocean-controlled, ground-pad and drone-ship outcomes.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886200"/>
            <a:ext cx="10149840" cy="2148840"/>
          </a:xfrm>
          <a:prstGeom prst="roundRect">
            <a:avLst/>
          </a:prstGeom>
          <a:solidFill>
            <a:srgbClr val="E6E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05993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5325F"/>
                </a:solidFill>
              </a:defRPr>
            </a:pPr>
            <a:r>
              <a:t>Query result — outcomes in selected date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89704"/>
            <a:ext cx="9555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No attempt 10 · Success (drone ship) 5 · Failure (drone ship) 5</a:t>
            </a:r>
          </a:p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Success (ground pad) 3 · Controlled (ocean) 3 · Uncontrolled (ocean) 2</a:t>
            </a:r>
          </a:p>
          <a:p>
            <a:pPr>
              <a:spcAft>
                <a:spcPts val="700"/>
              </a:spcAft>
              <a:defRPr sz="1400" b="0">
                <a:solidFill>
                  <a:srgbClr val="15325F"/>
                </a:solidFill>
              </a:defRPr>
            </a:pPr>
            <a:r>
              <a:t>Failure (parachute) 2 · Precluded (drone ship) 1</a:t>
            </a:r>
          </a:p>
        </p:txBody>
      </p:sp>
    </p:spTree>
    <p:extLst>
      <p:ext uri="{BB962C8B-B14F-4D97-AF65-F5344CB8AC3E}">
        <p14:creationId xmlns:p14="http://schemas.microsoft.com/office/powerpoint/2010/main" val="39751684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3352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Launch Site Map</a:t>
            </a:r>
          </a:p>
        </p:txBody>
      </p:sp>
      <p:pic>
        <p:nvPicPr>
          <p:cNvPr id="5" name="Picture 4" descr="map_s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9" y="1467582"/>
            <a:ext cx="10652760" cy="40599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833872"/>
            <a:ext cx="103327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300" b="0">
                <a:solidFill>
                  <a:srgbClr val="495A71"/>
                </a:solidFill>
              </a:defRPr>
            </a:pPr>
            <a:r>
              <a:t>Historical coordinates; site markers overlap where many flights share one site.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9816717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Launch Site Outcomes</a:t>
            </a:r>
          </a:p>
        </p:txBody>
      </p:sp>
      <p:pic>
        <p:nvPicPr>
          <p:cNvPr id="5" name="Picture 4" descr="map_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9" y="1467582"/>
            <a:ext cx="10652760" cy="40599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833872"/>
            <a:ext cx="103327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300" b="0">
                <a:solidFill>
                  <a:srgbClr val="495A71"/>
                </a:solidFill>
              </a:defRPr>
            </a:pPr>
            <a:r>
              <a:t>Colors indicate landing class, with slight jitter to separate identical coordinates.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39597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Launch-Site Geography</a:t>
            </a:r>
          </a:p>
        </p:txBody>
      </p:sp>
      <p:pic>
        <p:nvPicPr>
          <p:cNvPr id="5" name="Picture 4" descr="map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60353"/>
            <a:ext cx="10652759" cy="40744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833872"/>
            <a:ext cx="103327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300" b="0">
                <a:solidFill>
                  <a:srgbClr val="495A71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212080"/>
            <a:ext cx="10149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F3636"/>
                </a:solidFill>
              </a:defRPr>
            </a:pPr>
            <a:r>
              <a:t>Proximity measurements to road, railway and coastline are not independently verified by the saved geospatial dataset. The map illustrates site locations only; no fabricated distance is reported.</a:t>
            </a:r>
          </a:p>
        </p:txBody>
      </p:sp>
    </p:spTree>
    <p:extLst>
      <p:ext uri="{BB962C8B-B14F-4D97-AF65-F5344CB8AC3E}">
        <p14:creationId xmlns:p14="http://schemas.microsoft.com/office/powerpoint/2010/main" val="2324990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34617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Dashboard — All Launch Sites</a:t>
            </a:r>
          </a:p>
        </p:txBody>
      </p:sp>
      <p:pic>
        <p:nvPicPr>
          <p:cNvPr id="5" name="Picture 4" descr="image(20261010-215543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225" y="1207008"/>
            <a:ext cx="5743949" cy="5010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7001329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Dashboard — KSC LC-39A</a:t>
            </a:r>
          </a:p>
        </p:txBody>
      </p:sp>
      <p:pic>
        <p:nvPicPr>
          <p:cNvPr id="5" name="Picture 4" descr="image(20261010-215625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0556" y="1207008"/>
            <a:ext cx="5663286" cy="5010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8661607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Dashboard Interactions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Changing the launch-site dropdown updates the pie chart and scatterplot.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payload slider filters the points shown by mass.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two screenshots compare a general view with one selected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2523596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03941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Classification Model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833872"/>
            <a:ext cx="103327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300" b="0">
                <a:solidFill>
                  <a:srgbClr val="495A71"/>
                </a:solidFill>
              </a:defRPr>
            </a:pPr>
            <a:r>
              <a:t>Three models tie on the same test split; decision tree performs worse.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43</a:t>
            </a:r>
          </a:p>
        </p:txBody>
      </p:sp>
      <p:pic>
        <p:nvPicPr>
          <p:cNvPr id="9" name="Picture 8" descr="slide43_accuracy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3016" y="1325880"/>
            <a:ext cx="5741206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4460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Confusion Matrix —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44</a:t>
            </a:r>
          </a:p>
        </p:txBody>
      </p:sp>
      <p:pic>
        <p:nvPicPr>
          <p:cNvPr id="8" name="Picture 7" descr="confusion_logr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280160"/>
            <a:ext cx="4846320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57784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193251"/>
                </a:solidFill>
              </a:defRPr>
            </a:pPr>
            <a:r>
              <a:t>Logistic regression confusion matrix from the executed notebook. 12 true positives; 3 false positives. Test accuracy: 83.3%.</a:t>
            </a:r>
          </a:p>
        </p:txBody>
      </p:sp>
    </p:spTree>
    <p:extLst>
      <p:ext uri="{BB962C8B-B14F-4D97-AF65-F5344CB8AC3E}">
        <p14:creationId xmlns:p14="http://schemas.microsoft.com/office/powerpoint/2010/main" val="36450342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Landing success became more common in the later years of this historical dataset.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landing rate differs by orbit and site; smaller categories can give unstable percentages.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Logistic regression, SVM and KNN tied at 83.3% accuracy on the test split.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These patterns are associations, not proof that payload or launch site causes success.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More recent launches and external validation would improve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16301236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Appendix — 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Source notebooks: API, web scraping, data wrangling, SQL, visual EDA, Folium and ML.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Saved files: dataset_part_1.csv, dataset_part_2.csv, dataset_part_3.csv, SQLite database and Folium HTML.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Plotly Dash Python application and two saved browser screenshots.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All course artifacts are linked from the GitHub folder.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5325F"/>
                </a:solidFill>
              </a:defRPr>
            </a:pPr>
            <a:r>
              <a:t>Dataset note: SQL exercise table contains 101 rows; modeling dataset contains 90 rows. These are different course snapshots and should not be directly equated.</a:t>
            </a:r>
          </a:p>
        </p:txBody>
      </p:sp>
    </p:spTree>
    <p:extLst>
      <p:ext uri="{BB962C8B-B14F-4D97-AF65-F5344CB8AC3E}">
        <p14:creationId xmlns:p14="http://schemas.microsoft.com/office/powerpoint/2010/main" val="34100085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55448"/>
          </a:xfrm>
          <a:prstGeom prst="rect">
            <a:avLst/>
          </a:prstGeom>
          <a:solidFill>
            <a:srgbClr val="125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02336"/>
            <a:ext cx="106984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2900" b="1">
                <a:solidFill>
                  <a:srgbClr val="0C275B"/>
                </a:solidFill>
              </a:defRPr>
            </a:pPr>
            <a:r>
              <a:t>References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0241280" cy="4453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GitHub: github.com/DanielEspinosaLuengo/IBM-Data-Science-Professional-Certificate/tree/main/10-Applied-Data-Science-Capstone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This is a historical IBM course dataset, not a live SpaceX flight database.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The API endpoint was unavailable (HTTP 525); the IBM archived snapshot was used.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Differences in site naming and source populations were not silently merged.</a:t>
            </a:r>
          </a:p>
          <a:p>
            <a:pPr>
              <a:spcAft>
                <a:spcPts val="1200"/>
              </a:spcAft>
              <a:defRPr sz="1900" b="0">
                <a:solidFill>
                  <a:srgbClr val="12243E"/>
                </a:solidFill>
              </a:defRPr>
            </a:pPr>
            <a:r>
              <a:t>Model comparisons are descriptive for a small held-out sample.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6510528"/>
            <a:ext cx="960120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95A71"/>
                </a:solidFill>
              </a:defRPr>
            </a:pPr>
            <a:r>
              <a:t>IBM Data Science Capstone | Falcon 9 historical course data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46520"/>
            <a:ext cx="45720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495A71"/>
                </a:solidFill>
              </a:defRPr>
            </a:pPr>
            <a: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661040741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2" ma:contentTypeDescription="Create a new document." ma:contentTypeScope="" ma:versionID="5271f8e20090c87afed7729ac71f61b2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cf12c133eb44377ebd94fdb7db4757b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840426-F08D-42AC-9846-A20E4AB85A26}">
  <ds:schemaRefs>
    <ds:schemaRef ds:uri="155be751-a274-42e8-93fb-f39d3b9bccc8"/>
    <ds:schemaRef ds:uri="f80a141d-92ca-4d3d-9308-f7e7b1d44ce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4DA07C5-A406-4A0D-B3E6-3856C94AC7F3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f80a141d-92ca-4d3d-9308-f7e7b1d44ce8"/>
    <ds:schemaRef ds:uri="http://purl.org/dc/dcmitype/"/>
    <ds:schemaRef ds:uri="http://www.w3.org/XML/1998/namespace"/>
    <ds:schemaRef ds:uri="155be751-a274-42e8-93fb-f39d3b9bccc8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</TotalTime>
  <Words>1346</Words>
  <Application>Microsoft Macintosh PowerPoint</Application>
  <PresentationFormat>Widescreen</PresentationFormat>
  <Paragraphs>234</Paragraphs>
  <Slides>47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Abadi</vt:lpstr>
      <vt:lpstr>Arial</vt:lpstr>
      <vt:lpstr>Calibri</vt:lpstr>
      <vt:lpstr>Calibri Light</vt:lpstr>
      <vt:lpstr>IBM Plex Mono SemiBold</vt:lpstr>
      <vt:lpstr>IBM Plex Mono Text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&lt;Title&gt;</dc:title>
  <dc:creator>YAN Luo</dc:creator>
  <cp:lastModifiedBy>YAN Luo</cp:lastModifiedBy>
  <cp:revision>198</cp:revision>
  <dcterms:created xsi:type="dcterms:W3CDTF">2021-04-29T18:58:34Z</dcterms:created>
  <dcterms:modified xsi:type="dcterms:W3CDTF">2022-01-27T14:48:39Z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</Properties>
</file>